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d705dde1af4dc5" /><Relationship Type="http://schemas.openxmlformats.org/officeDocument/2006/relationships/extended-properties" Target="/docProps/app.xml" Id="Rc1ae160b14c94799" /><Relationship Type="http://schemas.openxmlformats.org/officeDocument/2006/relationships/officeDocument" Target="/ppt/presentation.xml" Id="Rae9d512c392b4895" /></Relationships>
</file>

<file path=ppt/presentation.xml><?xml version="1.0" encoding="utf-8"?>
<p:presentation xmlns:p="http://schemas.openxmlformats.org/presentationml/2006/main">
  <p:sldMasterIdLst>
    <p:sldMasterId xmlns:r="http://schemas.openxmlformats.org/officeDocument/2006/relationships" id="2147483648" r:id="R6c5026ba29a84543"/>
  </p:sldMasterIdLst>
  <p:notesMasterIdLst>
    <p:notesMasterId xmlns:r="http://schemas.openxmlformats.org/officeDocument/2006/relationships" r:id="Rb024021a7a484a05"/>
  </p:notesMasterIdLst>
  <p:sldIdLst>
    <p:sldId xmlns:r="http://schemas.openxmlformats.org/officeDocument/2006/relationships" id="256" r:id="R411b199b14154614"/>
    <p:sldId xmlns:r="http://schemas.openxmlformats.org/officeDocument/2006/relationships" id="257" r:id="Rf7d360fba31a4698"/>
    <p:sldId xmlns:r="http://schemas.openxmlformats.org/officeDocument/2006/relationships" id="258" r:id="Rd414b1506d164ffb"/>
    <p:sldId xmlns:r="http://schemas.openxmlformats.org/officeDocument/2006/relationships" id="259" r:id="R1e65e46863484971"/>
    <p:sldId xmlns:r="http://schemas.openxmlformats.org/officeDocument/2006/relationships" id="260" r:id="Refe8dc2ba2994027"/>
    <p:sldId xmlns:r="http://schemas.openxmlformats.org/officeDocument/2006/relationships" id="261" r:id="R08e4f97afe6448f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f944fd6eed4875" /><Relationship Type="http://schemas.openxmlformats.org/officeDocument/2006/relationships/slideMaster" Target="/ppt/slideMasters/slideMaster1.xml" Id="R6c5026ba29a84543" /><Relationship Type="http://schemas.openxmlformats.org/officeDocument/2006/relationships/notesMaster" Target="/ppt/notesMasters/notesMaster1.xml" Id="Rb024021a7a484a05" /><Relationship Type="http://schemas.openxmlformats.org/officeDocument/2006/relationships/presProps" Target="/ppt/presProps.xml" Id="Ra3a6de8770bc42ac" /><Relationship Type="http://schemas.openxmlformats.org/officeDocument/2006/relationships/tableStyles" Target="/ppt/tableStyles.xml" Id="R6d0170832031473b" /><Relationship Type="http://schemas.openxmlformats.org/officeDocument/2006/relationships/slide" Target="/ppt/slides/slide1.xml" Id="R411b199b14154614" /><Relationship Type="http://schemas.openxmlformats.org/officeDocument/2006/relationships/slide" Target="/ppt/slides/slide2.xml" Id="Rf7d360fba31a4698" /><Relationship Type="http://schemas.openxmlformats.org/officeDocument/2006/relationships/slide" Target="/ppt/slides/slide3.xml" Id="Rd414b1506d164ffb" /><Relationship Type="http://schemas.openxmlformats.org/officeDocument/2006/relationships/slide" Target="/ppt/slides/slide4.xml" Id="R1e65e46863484971" /><Relationship Type="http://schemas.openxmlformats.org/officeDocument/2006/relationships/slide" Target="/ppt/slides/slide5.xml" Id="Refe8dc2ba2994027" /><Relationship Type="http://schemas.openxmlformats.org/officeDocument/2006/relationships/slide" Target="/ppt/slides/slide6.xml" Id="R08e4f97afe6448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805d0eea9e4c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181a0680744831" /><Relationship Type="http://schemas.openxmlformats.org/officeDocument/2006/relationships/notesMaster" Target="/ppt/notesMasters/notesMaster1.xml" Id="R832e6f7ebd7c47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02678366d04959" /><Relationship Type="http://schemas.openxmlformats.org/officeDocument/2006/relationships/notesMaster" Target="/ppt/notesMasters/notesMaster1.xml" Id="R3b30747dbc1c4d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f9160aea034c51" /><Relationship Type="http://schemas.openxmlformats.org/officeDocument/2006/relationships/notesMaster" Target="/ppt/notesMasters/notesMaster1.xml" Id="R06606d44b7af4f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31d1fda99149a7" /><Relationship Type="http://schemas.openxmlformats.org/officeDocument/2006/relationships/notesMaster" Target="/ppt/notesMasters/notesMaster1.xml" Id="Rb1b4fd87e8d94f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75fc0bf9b64b7d" /><Relationship Type="http://schemas.openxmlformats.org/officeDocument/2006/relationships/notesMaster" Target="/ppt/notesMasters/notesMaster1.xml" Id="R630d8b4512264f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c4c04945214308" /><Relationship Type="http://schemas.openxmlformats.org/officeDocument/2006/relationships/notesMaster" Target="/ppt/notesMasters/notesMaster1.xml" Id="Rb92f05fcb9ec49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Provisioning incidents often arrive as one status code and a short error string. The hard part is connecting that message to the service that rejected the request and the dependency it called. LogLensAI’s demo gives us a repeatable way to make that path visible. I’ll show what the current build actually does, including where its evidence comes from.</a:t>
            </a:r>
          </a:p>
          <a:p xmlns:a="http://schemas.openxmlformats.org/drawingml/2006/main">
            <a:r>
              <a:t>Transition: First, let’s look at why the boundary matters.</a:t>
            </a:r>
          </a:p>
          <a:p xmlns:a="http://schemas.openxmlformats.org/drawingml/2006/main">
            <a:r>
              <a:t>Sources: LogLensAI/ui.py; verified local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The demo models two order types. Hosted requests use an IPSM IP allocation service. Premise requests use an ESP credential broker. A caller can surface a 409 or 401, while the underlying downstream response gives the specific failure code. The timeout fixture adds another useful distinction: the caller can time out even when the dependency eventually succeeds. These are synthetic records, but they show the kinds of evidence an operator needs to compare.</a:t>
            </a:r>
          </a:p>
          <a:p xmlns:a="http://schemas.openxmlformats.org/drawingml/2006/main">
            <a:r>
              <a:t>Transition: Here are the three behaviors the simulator currently covers.</a:t>
            </a:r>
          </a:p>
          <a:p xmlns:a="http://schemas.openxmlformats.org/drawingml/2006/main">
            <a:r>
              <a:t>Sources: ProvisioningPlatformSimulator/fixtures; LogLensAI/main.py.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The current matching is deterministic. It ranks three authored flows by how many configured terms appear in the input. The result includes a likely explanation and suggested checks that are also authored in the simulator. That gives us stable examples for a presentation, but it is not arbitrary log understanding or code discovery. I’m making that boundary explicit so the output isn’t mistaken for production AI.</a:t>
            </a:r>
          </a:p>
          <a:p xmlns:a="http://schemas.openxmlformats.org/drawingml/2006/main">
            <a:r>
              <a:t>Transition: The next slide shows how the evidence reaches the browser.</a:t>
            </a:r>
          </a:p>
          <a:p xmlns:a="http://schemas.openxmlformats.org/drawingml/2006/main">
            <a:r>
              <a:t>Sources: LogLensAI/main.py, diagnostics.py; simulator fixture definitions.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The browser is a Streamlit page. It posts the incident to FastAPI. FastAPI uses HTTP Basic to call our local Jenkins-compatible controller. That controller resolves the synthetic trace and then authenticates to the two server-log endpoints using a separate read-only demo account. The server files are JSONL fixtures. This controller mirrors a Jenkins job shape so the laptop demo runs without Jenkins installed; it is not a real Jenkins execution.</a:t>
            </a:r>
          </a:p>
          <a:p xmlns:a="http://schemas.openxmlformats.org/drawingml/2006/main">
            <a:r>
              <a:t>Transition: Let’s inspect the exact result from a Premise failure.</a:t>
            </a:r>
          </a:p>
          <a:p xmlns:a="http://schemas.openxmlformats.org/drawingml/2006/main">
            <a:r>
              <a:t>Sources: LogLensAI/ui.py and main.py; ProvisioningPlatformSimulator/simulator.py and jenkins_server.py.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I enter OrderHub and the sanitized error message. The result selects order ORD-73106, a Premise flow. The order API returns DOWNSTREAM_AUTH_REJECTED with status 401. The ESP request shows the wrong audience and the downstream response names the expected premise audience. The job reports two dummy servers and four reference records. The timestamp is carried through as context only; the fixture query does not filter by it.</a:t>
            </a:r>
          </a:p>
          <a:p xmlns:a="http://schemas.openxmlformats.org/drawingml/2006/main">
            <a:r>
              <a:t>Transition: I’ll close with what is verified and what production work remains.</a:t>
            </a:r>
          </a:p>
          <a:p xmlns:a="http://schemas.openxmlformats.org/drawingml/2006/main">
            <a:r>
              <a:t>Sources: verified local API response and Streamlit result; simulator fixtures.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We verified the existing LogLens suite with 32 passing tests, compiled the application and simulator modules, and exercised Hosted and Premise flows through the local controller. We have not deployed to production or run a real Jenkins or AWS integration. The next engineering step is to replace fixture matching with an authenticated, time- and correlation-aware log adapter, then validate the real Jenkins job lifecycle and access controls.</a:t>
            </a:r>
          </a:p>
          <a:p xmlns:a="http://schemas.openxmlformats.org/drawingml/2006/main">
            <a:r>
              <a:t>Closing: The value of this prototype is making the evidence path visible. The next step is proving that path against approved real systems.</a:t>
            </a:r>
          </a:p>
          <a:p xmlns:a="http://schemas.openxmlformats.org/drawingml/2006/main">
            <a:r>
              <a:t>Sources: local test and API verification recorded in LogLens_Code_Review.md.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47f01489e444a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4a24b87c3d644c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5a337013fdd4ce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788a82c6864449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c3537733fbf4d2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6ade4f3d58d46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DB09F6-4A4A-4F5C-AC5F-9DC2CEB6F8A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D066E4A-E994-4EA7-BBB3-23C0FB73191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CA9E71E-D9F6-42E7-B00B-73614E2696E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DD613F-91FA-4EE9-9F36-74DE3D367A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D6B6614-F413-4A6B-AE08-045F325F389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DCBEB5D-4C1C-4DF7-811C-5F94AD8825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E7AFBE-E9AB-431C-BCDB-02B0EA5DB6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1B1DA92-ECB2-4A14-B7C4-2D064C66161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42D22A-00BA-4C3D-B8F5-41A1F78C84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ECB76A7-B5DC-4BC3-B861-D4CF868151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363fd7efba4f95" /><Relationship Type="http://schemas.openxmlformats.org/officeDocument/2006/relationships/slideLayout" Target="/ppt/slideLayouts/slideLayout1.xml" Id="R4d1e6c7dd84246df" /><Relationship Type="http://schemas.openxmlformats.org/officeDocument/2006/relationships/slideLayout" Target="/ppt/slideLayouts/slideLayout2.xml" Id="R4977c9510c434d0b" /><Relationship Type="http://schemas.openxmlformats.org/officeDocument/2006/relationships/slideLayout" Target="/ppt/slideLayouts/slideLayout3.xml" Id="R8dbe0e10cbf24ce3" /><Relationship Type="http://schemas.openxmlformats.org/officeDocument/2006/relationships/slideLayout" Target="/ppt/slideLayouts/slideLayout4.xml" Id="R535a5e072e324628" /><Relationship Type="http://schemas.openxmlformats.org/officeDocument/2006/relationships/slideLayout" Target="/ppt/slideLayouts/slideLayout5.xml" Id="Rb2ea87f51f6240c6" /><Relationship Type="http://schemas.openxmlformats.org/officeDocument/2006/relationships/slideLayout" Target="/ppt/slideLayouts/slideLayout6.xml" Id="R6211d5ec9983427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1e6c7dd84246df"/>
    <p:sldLayoutId xmlns:r="http://schemas.openxmlformats.org/officeDocument/2006/relationships" id="2147483650" r:id="R4977c9510c434d0b"/>
    <p:sldLayoutId xmlns:r="http://schemas.openxmlformats.org/officeDocument/2006/relationships" id="2147483651" r:id="R8dbe0e10cbf24ce3"/>
    <p:sldLayoutId xmlns:r="http://schemas.openxmlformats.org/officeDocument/2006/relationships" id="2147483652" r:id="R535a5e072e324628"/>
    <p:sldLayoutId xmlns:r="http://schemas.openxmlformats.org/officeDocument/2006/relationships" id="2147483653" r:id="Rb2ea87f51f6240c6"/>
    <p:sldLayoutId xmlns:r="http://schemas.openxmlformats.org/officeDocument/2006/relationships" id="2147483654" r:id="R6211d5ec998342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9afc88092f34c75" /><Relationship Type="http://schemas.openxmlformats.org/officeDocument/2006/relationships/notesSlide" Target="/ppt/notesSlides/notesSlide1.xml" Id="Rbfb26101415443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0f11c99d93b4556" /><Relationship Type="http://schemas.openxmlformats.org/officeDocument/2006/relationships/notesSlide" Target="/ppt/notesSlides/notesSlide2.xml" Id="R583c865d38c04e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bd4004fea98452d" /><Relationship Type="http://schemas.openxmlformats.org/officeDocument/2006/relationships/notesSlide" Target="/ppt/notesSlides/notesSlide3.xml" Id="Rc66e28d95b1542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03a04c3d72e481e" /><Relationship Type="http://schemas.openxmlformats.org/officeDocument/2006/relationships/notesSlide" Target="/ppt/notesSlides/notesSlide4.xml" Id="Rcf21bff33c5143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70d7c0f7e42469c" /><Relationship Type="http://schemas.openxmlformats.org/officeDocument/2006/relationships/notesSlide" Target="/ppt/notesSlides/notesSlide5.xml" Id="R8434f57a02044c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d47516c5300425a" /><Relationship Type="http://schemas.openxmlformats.org/officeDocument/2006/relationships/notesSlide" Target="/ppt/notesSlides/notesSlide6.xml" Id="R3f430507327743bd" /></Relationships>
</file>

<file path=ppt/slides/slide1.xml><?xml version="1.0" encoding="utf-8"?>
<p:sld xmlns:p="http://schemas.openxmlformats.org/presentationml/2006/main">
  <p:cSld>
    <p:bg>
      <p:bgPr>
        <a:solidFill xmlns:a="http://schemas.openxmlformats.org/drawingml/2006/main">
          <a:srgbClr val="31536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61DECE-B0C5-4E35-8C9E-F9B91D3BD8B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83B3D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61A675D-7937-4BCC-9D1A-48AE3BA245D8}"/>
              </a:ext>
            </a:extLst>
          </p:cNvPr>
          <p:cNvSpPr>
            <a:spLocks xmlns:a="http://schemas.openxmlformats.org/drawingml/2006/main" noGrp="1"/>
          </p:cNvSpPr>
          <p:nvPr/>
        </p:nvSpPr>
        <p:spPr>
          <a:xfrm xmlns:a="http://schemas.openxmlformats.org/drawingml/2006/main">
            <a:off x="609600" y="3810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C7DFEF"/>
                </a:solidFill>
                <a:latin typeface="Arial"/>
                <a:ea typeface="Arial"/>
                <a:cs typeface="Arial"/>
              </a:defRPr>
            </a:defPPr>
          </a:lstStyle>
          <a:p xmlns:a="http://schemas.openxmlformats.org/drawingml/2006/main">
            <a:pPr algn="l">
              <a:lnSpc>
                <a:spcPct val="105000"/>
              </a:lnSpc>
              <a:buNone/>
              <a:defRPr sz="1050" b="1">
                <a:solidFill>
                  <a:srgbClr val="C7DFEF"/>
                </a:solidFill>
                <a:latin typeface="Arial"/>
                <a:ea typeface="Arial"/>
                <a:cs typeface="Arial"/>
              </a:defRPr>
            </a:pPr>
            <a:r>
              <a:rPr sz="1050" b="1">
                <a:solidFill>
                  <a:srgbClr val="C7DFEF"/>
                </a:solidFill>
                <a:latin typeface="Arial"/>
                <a:ea typeface="Arial"/>
                <a:cs typeface="Arial"/>
              </a:rPr>
              <a:t>LOGLENSAI  /  PROVISIONING</a:t>
            </a:r>
          </a:p>
        </p:txBody>
      </p:sp>
      <p:sp>
        <p:nvSpPr>
          <p:cNvPr id="3" name="">
            <a:extLst xmlns:a="http://schemas.openxmlformats.org/drawingml/2006/main">
              <a:ext uri="{FF2B5EF4-FFF2-40B4-BE49-F238E27FC236}">
                <a16:creationId xmlns:a16="http://schemas.microsoft.com/office/drawing/2014/main" id="{3BF0A3F5-4B0D-445C-9C71-4BB986E9A0E0}"/>
              </a:ext>
            </a:extLst>
          </p:cNvPr>
          <p:cNvSpPr>
            <a:spLocks xmlns:a="http://schemas.openxmlformats.org/drawingml/2006/main" noGrp="1"/>
          </p:cNvSpPr>
          <p:nvPr/>
        </p:nvSpPr>
        <p:spPr>
          <a:xfrm xmlns:a="http://schemas.openxmlformats.org/drawingml/2006/main">
            <a:off x="685800" y="1466850"/>
            <a:ext cx="10191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950" b="1">
                <a:solidFill>
                  <a:srgbClr val="FFFFFF"/>
                </a:solidFill>
                <a:latin typeface="Georgia"/>
                <a:ea typeface="Georgia"/>
                <a:cs typeface="Georgia"/>
              </a:defRPr>
            </a:defPPr>
          </a:lstStyle>
          <a:p xmlns:a="http://schemas.openxmlformats.org/drawingml/2006/main">
            <a:pPr algn="l">
              <a:lnSpc>
                <a:spcPct val="105000"/>
              </a:lnSpc>
              <a:buNone/>
              <a:defRPr sz="4950" b="1">
                <a:solidFill>
                  <a:srgbClr val="FFFFFF"/>
                </a:solidFill>
                <a:latin typeface="Georgia"/>
                <a:ea typeface="Georgia"/>
                <a:cs typeface="Georgia"/>
              </a:defRPr>
            </a:pPr>
            <a:r>
              <a:rPr sz="4950" b="1">
                <a:solidFill>
                  <a:srgbClr val="FFFFFF"/>
                </a:solidFill>
                <a:latin typeface="Georgia"/>
                <a:ea typeface="Georgia"/>
                <a:cs typeface="Georgia"/>
              </a:rPr>
              <a:t>LogLensAI</a:t>
            </a:r>
          </a:p>
        </p:txBody>
      </p:sp>
      <p:sp>
        <p:nvSpPr>
          <p:cNvPr id="4" name="">
            <a:extLst xmlns:a="http://schemas.openxmlformats.org/drawingml/2006/main">
              <a:ext uri="{FF2B5EF4-FFF2-40B4-BE49-F238E27FC236}">
                <a16:creationId xmlns:a16="http://schemas.microsoft.com/office/drawing/2014/main" id="{027C623B-4AAC-4C3F-845A-D7E29803B2F6}"/>
              </a:ext>
            </a:extLst>
          </p:cNvPr>
          <p:cNvSpPr>
            <a:spLocks xmlns:a="http://schemas.openxmlformats.org/drawingml/2006/main" noGrp="1"/>
          </p:cNvSpPr>
          <p:nvPr/>
        </p:nvSpPr>
        <p:spPr>
          <a:xfrm xmlns:a="http://schemas.openxmlformats.org/drawingml/2006/main">
            <a:off x="723900" y="2457450"/>
            <a:ext cx="952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D5E7F3"/>
                </a:solidFill>
                <a:latin typeface="Arial"/>
                <a:ea typeface="Arial"/>
                <a:cs typeface="Arial"/>
              </a:defRPr>
            </a:defPPr>
          </a:lstStyle>
          <a:p xmlns:a="http://schemas.openxmlformats.org/drawingml/2006/main">
            <a:pPr algn="l">
              <a:lnSpc>
                <a:spcPct val="105000"/>
              </a:lnSpc>
              <a:buNone/>
              <a:defRPr sz="2550" b="1">
                <a:solidFill>
                  <a:srgbClr val="D5E7F3"/>
                </a:solidFill>
                <a:latin typeface="Arial"/>
                <a:ea typeface="Arial"/>
                <a:cs typeface="Arial"/>
              </a:defRPr>
            </a:pPr>
            <a:r>
              <a:rPr sz="2550" b="1">
                <a:solidFill>
                  <a:srgbClr val="D5E7F3"/>
                </a:solidFill>
                <a:latin typeface="Arial"/>
                <a:ea typeface="Arial"/>
                <a:cs typeface="Arial"/>
              </a:rPr>
              <a:t>Provisioning incident triage</a:t>
            </a:r>
          </a:p>
        </p:txBody>
      </p:sp>
      <p:sp>
        <p:nvSpPr>
          <p:cNvPr id="5" name="">
            <a:extLst xmlns:a="http://schemas.openxmlformats.org/drawingml/2006/main">
              <a:ext uri="{FF2B5EF4-FFF2-40B4-BE49-F238E27FC236}">
                <a16:creationId xmlns:a16="http://schemas.microsoft.com/office/drawing/2014/main" id="{6FC57B2A-97E2-4859-BA09-A72A66D55BC3}"/>
              </a:ext>
            </a:extLst>
          </p:cNvPr>
          <p:cNvSpPr>
            <a:spLocks xmlns:a="http://schemas.openxmlformats.org/drawingml/2006/main" noGrp="1"/>
          </p:cNvSpPr>
          <p:nvPr/>
        </p:nvSpPr>
        <p:spPr>
          <a:xfrm xmlns:a="http://schemas.openxmlformats.org/drawingml/2006/main">
            <a:off x="723900" y="3238500"/>
            <a:ext cx="1028700" cy="57150"/>
          </a:xfrm>
          <a:prstGeom xmlns:a="http://schemas.openxmlformats.org/drawingml/2006/main" prst="rect">
            <a:avLst/>
          </a:prstGeom>
          <a:solidFill xmlns:a="http://schemas.openxmlformats.org/drawingml/2006/main">
            <a:srgbClr val="83B3D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FE07A75-D881-41BC-B4D0-92CE962EA177}"/>
              </a:ext>
            </a:extLst>
          </p:cNvPr>
          <p:cNvSpPr>
            <a:spLocks xmlns:a="http://schemas.openxmlformats.org/drawingml/2006/main" noGrp="1"/>
          </p:cNvSpPr>
          <p:nvPr/>
        </p:nvSpPr>
        <p:spPr>
          <a:xfrm xmlns:a="http://schemas.openxmlformats.org/drawingml/2006/main">
            <a:off x="723900" y="3657600"/>
            <a:ext cx="857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lnSpc>
                <a:spcPct val="105000"/>
              </a:lnSpc>
              <a:buNone/>
              <a:defRPr sz="2025" b="0">
                <a:solidFill>
                  <a:srgbClr val="FFFFFF"/>
                </a:solidFill>
                <a:latin typeface="Arial"/>
                <a:ea typeface="Arial"/>
                <a:cs typeface="Arial"/>
              </a:defRPr>
            </a:pPr>
            <a:r>
              <a:rPr sz="2025" b="0">
                <a:solidFill>
                  <a:srgbClr val="FFFFFF"/>
                </a:solidFill>
                <a:latin typeface="Arial"/>
                <a:ea typeface="Arial"/>
                <a:cs typeface="Arial"/>
              </a:rPr>
              <a:t>Trace a failure across service boundaries</a:t>
            </a:r>
          </a:p>
        </p:txBody>
      </p:sp>
      <p:sp>
        <p:nvSpPr>
          <p:cNvPr id="7" name="">
            <a:extLst xmlns:a="http://schemas.openxmlformats.org/drawingml/2006/main">
              <a:ext uri="{FF2B5EF4-FFF2-40B4-BE49-F238E27FC236}">
                <a16:creationId xmlns:a16="http://schemas.microsoft.com/office/drawing/2014/main" id="{B37F3ED7-2F4B-4B85-928C-43132CBE278C}"/>
              </a:ext>
            </a:extLst>
          </p:cNvPr>
          <p:cNvSpPr>
            <a:spLocks xmlns:a="http://schemas.openxmlformats.org/drawingml/2006/main" noGrp="1"/>
          </p:cNvSpPr>
          <p:nvPr/>
        </p:nvSpPr>
        <p:spPr>
          <a:xfrm xmlns:a="http://schemas.openxmlformats.org/drawingml/2006/main">
            <a:off x="723900" y="56578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D5E7F3"/>
                </a:solidFill>
                <a:latin typeface="Arial"/>
                <a:ea typeface="Arial"/>
                <a:cs typeface="Arial"/>
              </a:defRPr>
            </a:defPPr>
          </a:lstStyle>
          <a:p xmlns:a="http://schemas.openxmlformats.org/drawingml/2006/main">
            <a:pPr algn="l">
              <a:lnSpc>
                <a:spcPct val="105000"/>
              </a:lnSpc>
              <a:buNone/>
              <a:defRPr sz="1125" b="1">
                <a:solidFill>
                  <a:srgbClr val="D5E7F3"/>
                </a:solidFill>
                <a:latin typeface="Arial"/>
                <a:ea typeface="Arial"/>
                <a:cs typeface="Arial"/>
              </a:defRPr>
            </a:pPr>
            <a:r>
              <a:rPr sz="1125" b="1">
                <a:solidFill>
                  <a:srgbClr val="D5E7F3"/>
                </a:solidFill>
                <a:latin typeface="Arial"/>
                <a:ea typeface="Arial"/>
                <a:cs typeface="Arial"/>
              </a:rPr>
              <a:t>LOCAL SIMULATION  •  HOSTED + PREMISE  •  REQUEST / RESPONSE EVIDENCE</a:t>
            </a:r>
          </a:p>
        </p:txBody>
      </p:sp>
    </p:spTree>
    <p:extLst>
      <p:ext uri="{BB962C8B-B14F-4D97-AF65-F5344CB8AC3E}">
        <p14:creationId xmlns:p14="http://schemas.microsoft.com/office/powerpoint/2010/main" val="1714090261"/>
      </p:ext>
    </p:extLst>
  </p:cSld>
</p:sld>
</file>

<file path=ppt/slides/slide2.xml><?xml version="1.0" encoding="utf-8"?>
<p:sld xmlns:p="http://schemas.openxmlformats.org/presentationml/2006/main">
  <p:cSld>
    <p:bg>
      <p:bgPr>
        <a:solidFill xmlns:a="http://schemas.openxmlformats.org/drawingml/2006/main">
          <a:srgbClr val="F2F7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B592923-8588-4FAD-810F-964B8DFFC90D}"/>
              </a:ext>
            </a:extLst>
          </p:cNvPr>
          <p:cNvSpPr>
            <a:spLocks xmlns:a="http://schemas.openxmlformats.org/drawingml/2006/main" noGrp="1"/>
          </p:cNvSpPr>
          <p:nvPr/>
        </p:nvSpPr>
        <p:spPr>
          <a:xfrm xmlns:a="http://schemas.openxmlformats.org/drawingml/2006/main">
            <a:off x="609600" y="3048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3F7298"/>
                </a:solidFill>
                <a:latin typeface="Arial"/>
                <a:ea typeface="Arial"/>
                <a:cs typeface="Arial"/>
              </a:defRPr>
            </a:defPPr>
          </a:lstStyle>
          <a:p xmlns:a="http://schemas.openxmlformats.org/drawingml/2006/main">
            <a:pPr algn="l">
              <a:lnSpc>
                <a:spcPct val="105000"/>
              </a:lnSpc>
              <a:buNone/>
              <a:defRPr sz="975" b="1">
                <a:solidFill>
                  <a:srgbClr val="3F7298"/>
                </a:solidFill>
                <a:latin typeface="Arial"/>
                <a:ea typeface="Arial"/>
                <a:cs typeface="Arial"/>
              </a:defRPr>
            </a:pPr>
            <a:r>
              <a:rPr sz="975" b="1">
                <a:solidFill>
                  <a:srgbClr val="3F7298"/>
                </a:solidFill>
                <a:latin typeface="Arial"/>
                <a:ea typeface="Arial"/>
                <a:cs typeface="Arial"/>
              </a:rPr>
              <a:t>LOGLENSAI  /  PROVISIONING</a:t>
            </a:r>
          </a:p>
        </p:txBody>
      </p:sp>
      <p:sp>
        <p:nvSpPr>
          <p:cNvPr id="2" name="">
            <a:extLst xmlns:a="http://schemas.openxmlformats.org/drawingml/2006/main">
              <a:ext uri="{FF2B5EF4-FFF2-40B4-BE49-F238E27FC236}">
                <a16:creationId xmlns:a16="http://schemas.microsoft.com/office/drawing/2014/main" id="{AE7DEC9E-10F3-4B30-A0A5-2CB51D66AD0F}"/>
              </a:ext>
            </a:extLst>
          </p:cNvPr>
          <p:cNvSpPr>
            <a:spLocks xmlns:a="http://schemas.openxmlformats.org/drawingml/2006/main" noGrp="1"/>
          </p:cNvSpPr>
          <p:nvPr/>
        </p:nvSpPr>
        <p:spPr>
          <a:xfrm xmlns:a="http://schemas.openxmlformats.org/drawingml/2006/main">
            <a:off x="11239500" y="323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62798B"/>
                </a:solidFill>
                <a:latin typeface="Arial"/>
                <a:ea typeface="Arial"/>
                <a:cs typeface="Arial"/>
              </a:defRPr>
            </a:defPPr>
          </a:lstStyle>
          <a:p xmlns:a="http://schemas.openxmlformats.org/drawingml/2006/main">
            <a:pPr algn="r">
              <a:lnSpc>
                <a:spcPct val="105000"/>
              </a:lnSpc>
              <a:buNone/>
              <a:defRPr sz="975" b="1">
                <a:solidFill>
                  <a:srgbClr val="62798B"/>
                </a:solidFill>
                <a:latin typeface="Arial"/>
                <a:ea typeface="Arial"/>
                <a:cs typeface="Arial"/>
              </a:defRPr>
            </a:pPr>
            <a:r>
              <a:rPr sz="975" b="1">
                <a:solidFill>
                  <a:srgbClr val="62798B"/>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E4632025-759C-4833-BBC7-7B45455A811C}"/>
              </a:ext>
            </a:extLst>
          </p:cNvPr>
          <p:cNvSpPr>
            <a:spLocks xmlns:a="http://schemas.openxmlformats.org/drawingml/2006/main" noGrp="1"/>
          </p:cNvSpPr>
          <p:nvPr/>
        </p:nvSpPr>
        <p:spPr>
          <a:xfrm xmlns:a="http://schemas.openxmlformats.org/drawingml/2006/main">
            <a:off x="609600" y="685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29445C"/>
                </a:solidFill>
                <a:latin typeface="Arial"/>
                <a:ea typeface="Arial"/>
                <a:cs typeface="Arial"/>
              </a:defRPr>
            </a:defPPr>
          </a:lstStyle>
          <a:p xmlns:a="http://schemas.openxmlformats.org/drawingml/2006/main">
            <a:pPr algn="l">
              <a:lnSpc>
                <a:spcPct val="105000"/>
              </a:lnSpc>
              <a:buNone/>
              <a:defRPr sz="2700" b="1">
                <a:solidFill>
                  <a:srgbClr val="29445C"/>
                </a:solidFill>
                <a:latin typeface="Arial"/>
                <a:ea typeface="Arial"/>
                <a:cs typeface="Arial"/>
              </a:defRPr>
            </a:pPr>
            <a:r>
              <a:rPr sz="2700" b="1">
                <a:solidFill>
                  <a:srgbClr val="29445C"/>
                </a:solidFill>
                <a:latin typeface="Arial"/>
                <a:ea typeface="Arial"/>
                <a:cs typeface="Arial"/>
              </a:rPr>
              <a:t>Provisioning failures cross service boundaries</a:t>
            </a:r>
          </a:p>
        </p:txBody>
      </p:sp>
      <p:sp>
        <p:nvSpPr>
          <p:cNvPr id="4" name="">
            <a:extLst xmlns:a="http://schemas.openxmlformats.org/drawingml/2006/main">
              <a:ext uri="{FF2B5EF4-FFF2-40B4-BE49-F238E27FC236}">
                <a16:creationId xmlns:a16="http://schemas.microsoft.com/office/drawing/2014/main" id="{99332919-19E7-4382-8500-264F946E0624}"/>
              </a:ext>
            </a:extLst>
          </p:cNvPr>
          <p:cNvSpPr>
            <a:spLocks xmlns:a="http://schemas.openxmlformats.org/drawingml/2006/main" noGrp="1"/>
          </p:cNvSpPr>
          <p:nvPr/>
        </p:nvSpPr>
        <p:spPr>
          <a:xfrm xmlns:a="http://schemas.openxmlformats.org/drawingml/2006/main">
            <a:off x="609600" y="1352550"/>
            <a:ext cx="685800" cy="38100"/>
          </a:xfrm>
          <a:prstGeom xmlns:a="http://schemas.openxmlformats.org/drawingml/2006/main" prst="rect">
            <a:avLst/>
          </a:prstGeom>
          <a:solidFill xmlns:a="http://schemas.openxmlformats.org/drawingml/2006/main">
            <a:srgbClr val="83B3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FF8D75C-3237-4870-B1EE-A612A9797BAB}"/>
              </a:ext>
            </a:extLst>
          </p:cNvPr>
          <p:cNvSpPr>
            <a:spLocks xmlns:a="http://schemas.openxmlformats.org/drawingml/2006/main" noGrp="1"/>
          </p:cNvSpPr>
          <p:nvPr/>
        </p:nvSpPr>
        <p:spPr>
          <a:xfrm xmlns:a="http://schemas.openxmlformats.org/drawingml/2006/main">
            <a:off x="609600" y="15049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62798B"/>
                </a:solidFill>
                <a:latin typeface="Arial"/>
                <a:ea typeface="Arial"/>
                <a:cs typeface="Arial"/>
              </a:defRPr>
            </a:defPPr>
          </a:lstStyle>
          <a:p xmlns:a="http://schemas.openxmlformats.org/drawingml/2006/main">
            <a:pPr algn="l">
              <a:lnSpc>
                <a:spcPct val="105000"/>
              </a:lnSpc>
              <a:buNone/>
              <a:defRPr sz="1575" b="0">
                <a:solidFill>
                  <a:srgbClr val="62798B"/>
                </a:solidFill>
                <a:latin typeface="Arial"/>
                <a:ea typeface="Arial"/>
                <a:cs typeface="Arial"/>
              </a:defRPr>
            </a:pPr>
            <a:r>
              <a:rPr sz="1575" b="0">
                <a:solidFill>
                  <a:srgbClr val="62798B"/>
                </a:solidFill>
                <a:latin typeface="Arial"/>
                <a:ea typeface="Arial"/>
                <a:cs typeface="Arial"/>
              </a:rPr>
              <a:t>The final status can hide the service that produced the failure.</a:t>
            </a:r>
          </a:p>
        </p:txBody>
      </p:sp>
      <p:sp>
        <p:nvSpPr>
          <p:cNvPr id="6" name="card">
            <a:extLst xmlns:a="http://schemas.openxmlformats.org/drawingml/2006/main">
              <a:ext uri="{FF2B5EF4-FFF2-40B4-BE49-F238E27FC236}">
                <a16:creationId xmlns:a16="http://schemas.microsoft.com/office/drawing/2014/main" id="{B407D84C-2D28-4EDC-B758-B3FE22EC8EB1}"/>
              </a:ext>
            </a:extLst>
          </p:cNvPr>
          <p:cNvSpPr>
            <a:spLocks xmlns:a="http://schemas.openxmlformats.org/drawingml/2006/main" noGrp="1"/>
          </p:cNvSpPr>
          <p:nvPr/>
        </p:nvSpPr>
        <p:spPr>
          <a:xfrm xmlns:a="http://schemas.openxmlformats.org/drawingml/2006/main">
            <a:off x="704850" y="2438400"/>
            <a:ext cx="2476500" cy="179070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D5E2ED"/>
            </a:solidFill>
            <a:prstDash val="solid"/>
          </a:ln>
        </p:spPr>
      </p:sp>
      <p:sp>
        <p:nvSpPr>
          <p:cNvPr id="7" name="">
            <a:extLst xmlns:a="http://schemas.openxmlformats.org/drawingml/2006/main">
              <a:ext uri="{FF2B5EF4-FFF2-40B4-BE49-F238E27FC236}">
                <a16:creationId xmlns:a16="http://schemas.microsoft.com/office/drawing/2014/main" id="{B14D840F-96A4-42D0-B6E8-06F702664185}"/>
              </a:ext>
            </a:extLst>
          </p:cNvPr>
          <p:cNvSpPr>
            <a:spLocks xmlns:a="http://schemas.openxmlformats.org/drawingml/2006/main" noGrp="1"/>
          </p:cNvSpPr>
          <p:nvPr/>
        </p:nvSpPr>
        <p:spPr>
          <a:xfrm xmlns:a="http://schemas.openxmlformats.org/drawingml/2006/main">
            <a:off x="895350" y="26098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3F7298"/>
                </a:solidFill>
                <a:latin typeface="Arial"/>
                <a:ea typeface="Arial"/>
                <a:cs typeface="Arial"/>
              </a:defRPr>
            </a:defPPr>
          </a:lstStyle>
          <a:p xmlns:a="http://schemas.openxmlformats.org/drawingml/2006/main">
            <a:pPr algn="l">
              <a:lnSpc>
                <a:spcPct val="105000"/>
              </a:lnSpc>
              <a:buNone/>
              <a:defRPr sz="975" b="1">
                <a:solidFill>
                  <a:srgbClr val="3F7298"/>
                </a:solidFill>
                <a:latin typeface="Arial"/>
                <a:ea typeface="Arial"/>
                <a:cs typeface="Arial"/>
              </a:defRPr>
            </a:pPr>
            <a:r>
              <a:rPr sz="975" b="1">
                <a:solidFill>
                  <a:srgbClr val="3F7298"/>
                </a:solidFill>
                <a:latin typeface="Arial"/>
                <a:ea typeface="Arial"/>
                <a:cs typeface="Arial"/>
              </a:rPr>
              <a:t>ORDER</a:t>
            </a:r>
          </a:p>
        </p:txBody>
      </p:sp>
      <p:sp>
        <p:nvSpPr>
          <p:cNvPr id="8" name="">
            <a:extLst xmlns:a="http://schemas.openxmlformats.org/drawingml/2006/main">
              <a:ext uri="{FF2B5EF4-FFF2-40B4-BE49-F238E27FC236}">
                <a16:creationId xmlns:a16="http://schemas.microsoft.com/office/drawing/2014/main" id="{F72B37BA-D314-46AB-90B8-3EDEAC024A60}"/>
              </a:ext>
            </a:extLst>
          </p:cNvPr>
          <p:cNvSpPr>
            <a:spLocks xmlns:a="http://schemas.openxmlformats.org/drawingml/2006/main" noGrp="1"/>
          </p:cNvSpPr>
          <p:nvPr/>
        </p:nvSpPr>
        <p:spPr>
          <a:xfrm xmlns:a="http://schemas.openxmlformats.org/drawingml/2006/main">
            <a:off x="895350" y="3028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1">
                <a:solidFill>
                  <a:srgbClr val="29445C"/>
                </a:solidFill>
                <a:latin typeface="Arial"/>
                <a:ea typeface="Arial"/>
                <a:cs typeface="Arial"/>
              </a:defRPr>
            </a:defPPr>
          </a:lstStyle>
          <a:p xmlns:a="http://schemas.openxmlformats.org/drawingml/2006/main">
            <a:pPr algn="l">
              <a:lnSpc>
                <a:spcPct val="105000"/>
              </a:lnSpc>
              <a:buNone/>
              <a:defRPr sz="1800" b="1">
                <a:solidFill>
                  <a:srgbClr val="29445C"/>
                </a:solidFill>
                <a:latin typeface="Arial"/>
                <a:ea typeface="Arial"/>
                <a:cs typeface="Arial"/>
              </a:defRPr>
            </a:pPr>
            <a:r>
              <a:rPr sz="1800" b="1">
                <a:solidFill>
                  <a:srgbClr val="29445C"/>
                </a:solidFill>
                <a:latin typeface="Arial"/>
                <a:ea typeface="Arial"/>
                <a:cs typeface="Arial"/>
              </a:rPr>
              <a:t>OrderHub</a:t>
            </a:r>
          </a:p>
        </p:txBody>
      </p:sp>
      <p:sp>
        <p:nvSpPr>
          <p:cNvPr id="9" name="">
            <a:extLst xmlns:a="http://schemas.openxmlformats.org/drawingml/2006/main">
              <a:ext uri="{FF2B5EF4-FFF2-40B4-BE49-F238E27FC236}">
                <a16:creationId xmlns:a16="http://schemas.microsoft.com/office/drawing/2014/main" id="{90BD865C-4768-4F58-878E-FC1A5710B6E3}"/>
              </a:ext>
            </a:extLst>
          </p:cNvPr>
          <p:cNvSpPr>
            <a:spLocks xmlns:a="http://schemas.openxmlformats.org/drawingml/2006/main" noGrp="1"/>
          </p:cNvSpPr>
          <p:nvPr/>
        </p:nvSpPr>
        <p:spPr>
          <a:xfrm xmlns:a="http://schemas.openxmlformats.org/drawingml/2006/main">
            <a:off x="895350" y="3476625"/>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2D4052"/>
                </a:solidFill>
                <a:latin typeface="Arial"/>
                <a:ea typeface="Arial"/>
                <a:cs typeface="Arial"/>
              </a:defRPr>
            </a:defPPr>
          </a:lstStyle>
          <a:p xmlns:a="http://schemas.openxmlformats.org/drawingml/2006/main">
            <a:pPr algn="l">
              <a:lnSpc>
                <a:spcPct val="105000"/>
              </a:lnSpc>
              <a:buNone/>
              <a:defRPr sz="1275" b="0">
                <a:solidFill>
                  <a:srgbClr val="2D4052"/>
                </a:solidFill>
                <a:latin typeface="Arial"/>
                <a:ea typeface="Arial"/>
                <a:cs typeface="Arial"/>
              </a:defRPr>
            </a:pPr>
            <a:r>
              <a:rPr sz="1275" b="0">
                <a:solidFill>
                  <a:srgbClr val="2D4052"/>
                </a:solidFill>
                <a:latin typeface="Arial"/>
                <a:ea typeface="Arial"/>
                <a:cs typeface="Arial"/>
              </a:rPr>
              <a:t>Hosted or Premise</a:t>
            </a:r>
          </a:p>
        </p:txBody>
      </p:sp>
      <p:sp>
        <p:nvSpPr>
          <p:cNvPr id="10" name="card">
            <a:extLst xmlns:a="http://schemas.openxmlformats.org/drawingml/2006/main">
              <a:ext uri="{FF2B5EF4-FFF2-40B4-BE49-F238E27FC236}">
                <a16:creationId xmlns:a16="http://schemas.microsoft.com/office/drawing/2014/main" id="{BBB2E7FF-F8EE-41C6-89C7-0061ECFD89FF}"/>
              </a:ext>
            </a:extLst>
          </p:cNvPr>
          <p:cNvSpPr>
            <a:spLocks xmlns:a="http://schemas.openxmlformats.org/drawingml/2006/main" noGrp="1"/>
          </p:cNvSpPr>
          <p:nvPr/>
        </p:nvSpPr>
        <p:spPr>
          <a:xfrm xmlns:a="http://schemas.openxmlformats.org/drawingml/2006/main">
            <a:off x="4248150" y="2438400"/>
            <a:ext cx="2476500" cy="179070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D5E2ED"/>
            </a:solidFill>
            <a:prstDash val="solid"/>
          </a:ln>
        </p:spPr>
      </p:sp>
      <p:sp>
        <p:nvSpPr>
          <p:cNvPr id="11" name="">
            <a:extLst xmlns:a="http://schemas.openxmlformats.org/drawingml/2006/main">
              <a:ext uri="{FF2B5EF4-FFF2-40B4-BE49-F238E27FC236}">
                <a16:creationId xmlns:a16="http://schemas.microsoft.com/office/drawing/2014/main" id="{98F691C8-605D-4AE7-A9CA-8BC5C2361ABB}"/>
              </a:ext>
            </a:extLst>
          </p:cNvPr>
          <p:cNvSpPr>
            <a:spLocks xmlns:a="http://schemas.openxmlformats.org/drawingml/2006/main" noGrp="1"/>
          </p:cNvSpPr>
          <p:nvPr/>
        </p:nvSpPr>
        <p:spPr>
          <a:xfrm xmlns:a="http://schemas.openxmlformats.org/drawingml/2006/main">
            <a:off x="4438650" y="26098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3F7298"/>
                </a:solidFill>
                <a:latin typeface="Arial"/>
                <a:ea typeface="Arial"/>
                <a:cs typeface="Arial"/>
              </a:defRPr>
            </a:defPPr>
          </a:lstStyle>
          <a:p xmlns:a="http://schemas.openxmlformats.org/drawingml/2006/main">
            <a:pPr algn="l">
              <a:lnSpc>
                <a:spcPct val="105000"/>
              </a:lnSpc>
              <a:buNone/>
              <a:defRPr sz="975" b="1">
                <a:solidFill>
                  <a:srgbClr val="3F7298"/>
                </a:solidFill>
                <a:latin typeface="Arial"/>
                <a:ea typeface="Arial"/>
                <a:cs typeface="Arial"/>
              </a:defRPr>
            </a:pPr>
            <a:r>
              <a:rPr sz="975" b="1">
                <a:solidFill>
                  <a:srgbClr val="3F7298"/>
                </a:solidFill>
                <a:latin typeface="Arial"/>
                <a:ea typeface="Arial"/>
                <a:cs typeface="Arial"/>
              </a:rPr>
              <a:t>DEPENDENCY</a:t>
            </a:r>
          </a:p>
        </p:txBody>
      </p:sp>
      <p:sp>
        <p:nvSpPr>
          <p:cNvPr id="12" name="">
            <a:extLst xmlns:a="http://schemas.openxmlformats.org/drawingml/2006/main">
              <a:ext uri="{FF2B5EF4-FFF2-40B4-BE49-F238E27FC236}">
                <a16:creationId xmlns:a16="http://schemas.microsoft.com/office/drawing/2014/main" id="{39B20E4F-615A-4EC3-BE94-7A68C7C52288}"/>
              </a:ext>
            </a:extLst>
          </p:cNvPr>
          <p:cNvSpPr>
            <a:spLocks xmlns:a="http://schemas.openxmlformats.org/drawingml/2006/main" noGrp="1"/>
          </p:cNvSpPr>
          <p:nvPr/>
        </p:nvSpPr>
        <p:spPr>
          <a:xfrm xmlns:a="http://schemas.openxmlformats.org/drawingml/2006/main">
            <a:off x="4438650" y="3028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1">
                <a:solidFill>
                  <a:srgbClr val="29445C"/>
                </a:solidFill>
                <a:latin typeface="Arial"/>
                <a:ea typeface="Arial"/>
                <a:cs typeface="Arial"/>
              </a:defRPr>
            </a:defPPr>
          </a:lstStyle>
          <a:p xmlns:a="http://schemas.openxmlformats.org/drawingml/2006/main">
            <a:pPr algn="l">
              <a:lnSpc>
                <a:spcPct val="105000"/>
              </a:lnSpc>
              <a:buNone/>
              <a:defRPr sz="1800" b="1">
                <a:solidFill>
                  <a:srgbClr val="29445C"/>
                </a:solidFill>
                <a:latin typeface="Arial"/>
                <a:ea typeface="Arial"/>
                <a:cs typeface="Arial"/>
              </a:defRPr>
            </a:pPr>
            <a:r>
              <a:rPr sz="1800" b="1">
                <a:solidFill>
                  <a:srgbClr val="29445C"/>
                </a:solidFill>
                <a:latin typeface="Arial"/>
                <a:ea typeface="Arial"/>
                <a:cs typeface="Arial"/>
              </a:rPr>
              <a:t>IPSM or ESP</a:t>
            </a:r>
          </a:p>
        </p:txBody>
      </p:sp>
      <p:sp>
        <p:nvSpPr>
          <p:cNvPr id="13" name="">
            <a:extLst xmlns:a="http://schemas.openxmlformats.org/drawingml/2006/main">
              <a:ext uri="{FF2B5EF4-FFF2-40B4-BE49-F238E27FC236}">
                <a16:creationId xmlns:a16="http://schemas.microsoft.com/office/drawing/2014/main" id="{C9C74A1C-D887-4DB4-85FE-1E1DFFBBA68A}"/>
              </a:ext>
            </a:extLst>
          </p:cNvPr>
          <p:cNvSpPr>
            <a:spLocks xmlns:a="http://schemas.openxmlformats.org/drawingml/2006/main" noGrp="1"/>
          </p:cNvSpPr>
          <p:nvPr/>
        </p:nvSpPr>
        <p:spPr>
          <a:xfrm xmlns:a="http://schemas.openxmlformats.org/drawingml/2006/main">
            <a:off x="4438650" y="3476625"/>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2D4052"/>
                </a:solidFill>
                <a:latin typeface="Arial"/>
                <a:ea typeface="Arial"/>
                <a:cs typeface="Arial"/>
              </a:defRPr>
            </a:defPPr>
          </a:lstStyle>
          <a:p xmlns:a="http://schemas.openxmlformats.org/drawingml/2006/main">
            <a:pPr algn="l">
              <a:lnSpc>
                <a:spcPct val="105000"/>
              </a:lnSpc>
              <a:buNone/>
              <a:defRPr sz="1275" b="0">
                <a:solidFill>
                  <a:srgbClr val="2D4052"/>
                </a:solidFill>
                <a:latin typeface="Arial"/>
                <a:ea typeface="Arial"/>
                <a:cs typeface="Arial"/>
              </a:defRPr>
            </a:pPr>
            <a:r>
              <a:rPr sz="1275" b="0">
                <a:solidFill>
                  <a:srgbClr val="2D4052"/>
                </a:solidFill>
                <a:latin typeface="Arial"/>
                <a:ea typeface="Arial"/>
                <a:cs typeface="Arial"/>
              </a:rPr>
              <a:t>Allocation / credentials</a:t>
            </a:r>
          </a:p>
        </p:txBody>
      </p:sp>
      <p:sp>
        <p:nvSpPr>
          <p:cNvPr id="14" name="card">
            <a:extLst xmlns:a="http://schemas.openxmlformats.org/drawingml/2006/main">
              <a:ext uri="{FF2B5EF4-FFF2-40B4-BE49-F238E27FC236}">
                <a16:creationId xmlns:a16="http://schemas.microsoft.com/office/drawing/2014/main" id="{58DE8F2A-3D81-4843-A32A-219156CF63A0}"/>
              </a:ext>
            </a:extLst>
          </p:cNvPr>
          <p:cNvSpPr>
            <a:spLocks xmlns:a="http://schemas.openxmlformats.org/drawingml/2006/main" noGrp="1"/>
          </p:cNvSpPr>
          <p:nvPr/>
        </p:nvSpPr>
        <p:spPr>
          <a:xfrm xmlns:a="http://schemas.openxmlformats.org/drawingml/2006/main">
            <a:off x="7791450" y="2438400"/>
            <a:ext cx="3429000" cy="1790700"/>
          </a:xfrm>
          <a:prstGeom xmlns:a="http://schemas.openxmlformats.org/drawingml/2006/main" prst="roundRect">
            <a:avLst>
              <a:gd name="adj" fmla="val 4255"/>
            </a:avLst>
          </a:prstGeom>
          <a:solidFill xmlns:a="http://schemas.openxmlformats.org/drawingml/2006/main">
            <a:srgbClr val="E7F1F8"/>
          </a:solidFill>
          <a:ln xmlns:a="http://schemas.openxmlformats.org/drawingml/2006/main" w="9525">
            <a:solidFill>
              <a:srgbClr val="D5E2ED"/>
            </a:solidFill>
            <a:prstDash val="solid"/>
          </a:ln>
        </p:spPr>
      </p:sp>
      <p:sp>
        <p:nvSpPr>
          <p:cNvPr id="15" name="">
            <a:extLst xmlns:a="http://schemas.openxmlformats.org/drawingml/2006/main">
              <a:ext uri="{FF2B5EF4-FFF2-40B4-BE49-F238E27FC236}">
                <a16:creationId xmlns:a16="http://schemas.microsoft.com/office/drawing/2014/main" id="{37BFF634-C037-485D-8AE6-F96936E2D8C2}"/>
              </a:ext>
            </a:extLst>
          </p:cNvPr>
          <p:cNvSpPr>
            <a:spLocks xmlns:a="http://schemas.openxmlformats.org/drawingml/2006/main" noGrp="1"/>
          </p:cNvSpPr>
          <p:nvPr/>
        </p:nvSpPr>
        <p:spPr>
          <a:xfrm xmlns:a="http://schemas.openxmlformats.org/drawingml/2006/main">
            <a:off x="7981950" y="260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3F7298"/>
                </a:solidFill>
                <a:latin typeface="Arial"/>
                <a:ea typeface="Arial"/>
                <a:cs typeface="Arial"/>
              </a:defRPr>
            </a:defPPr>
          </a:lstStyle>
          <a:p xmlns:a="http://schemas.openxmlformats.org/drawingml/2006/main">
            <a:pPr algn="l">
              <a:lnSpc>
                <a:spcPct val="105000"/>
              </a:lnSpc>
              <a:buNone/>
              <a:defRPr sz="975" b="1">
                <a:solidFill>
                  <a:srgbClr val="3F7298"/>
                </a:solidFill>
                <a:latin typeface="Arial"/>
                <a:ea typeface="Arial"/>
                <a:cs typeface="Arial"/>
              </a:defRPr>
            </a:pPr>
            <a:r>
              <a:rPr sz="975" b="1">
                <a:solidFill>
                  <a:srgbClr val="3F7298"/>
                </a:solidFill>
                <a:latin typeface="Arial"/>
                <a:ea typeface="Arial"/>
                <a:cs typeface="Arial"/>
              </a:rPr>
              <a:t>EVIDENCE</a:t>
            </a:r>
          </a:p>
        </p:txBody>
      </p:sp>
      <p:sp>
        <p:nvSpPr>
          <p:cNvPr id="16" name="">
            <a:extLst xmlns:a="http://schemas.openxmlformats.org/drawingml/2006/main">
              <a:ext uri="{FF2B5EF4-FFF2-40B4-BE49-F238E27FC236}">
                <a16:creationId xmlns:a16="http://schemas.microsoft.com/office/drawing/2014/main" id="{5B1B8111-6ACC-4D56-944B-8D708B154F3E}"/>
              </a:ext>
            </a:extLst>
          </p:cNvPr>
          <p:cNvSpPr>
            <a:spLocks xmlns:a="http://schemas.openxmlformats.org/drawingml/2006/main" noGrp="1"/>
          </p:cNvSpPr>
          <p:nvPr/>
        </p:nvSpPr>
        <p:spPr>
          <a:xfrm xmlns:a="http://schemas.openxmlformats.org/drawingml/2006/main">
            <a:off x="7981950" y="302895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1">
                <a:solidFill>
                  <a:srgbClr val="29445C"/>
                </a:solidFill>
                <a:latin typeface="Arial"/>
                <a:ea typeface="Arial"/>
                <a:cs typeface="Arial"/>
              </a:defRPr>
            </a:defPPr>
          </a:lstStyle>
          <a:p xmlns:a="http://schemas.openxmlformats.org/drawingml/2006/main">
            <a:pPr algn="l">
              <a:lnSpc>
                <a:spcPct val="105000"/>
              </a:lnSpc>
              <a:buNone/>
              <a:defRPr sz="1800" b="1">
                <a:solidFill>
                  <a:srgbClr val="29445C"/>
                </a:solidFill>
                <a:latin typeface="Arial"/>
                <a:ea typeface="Arial"/>
                <a:cs typeface="Arial"/>
              </a:defRPr>
            </a:pPr>
            <a:r>
              <a:rPr sz="1800" b="1">
                <a:solidFill>
                  <a:srgbClr val="29445C"/>
                </a:solidFill>
                <a:latin typeface="Arial"/>
                <a:ea typeface="Arial"/>
                <a:cs typeface="Arial"/>
              </a:rPr>
              <a:t>Request + response</a:t>
            </a:r>
          </a:p>
        </p:txBody>
      </p:sp>
      <p:sp>
        <p:nvSpPr>
          <p:cNvPr id="17" name="">
            <a:extLst xmlns:a="http://schemas.openxmlformats.org/drawingml/2006/main">
              <a:ext uri="{FF2B5EF4-FFF2-40B4-BE49-F238E27FC236}">
                <a16:creationId xmlns:a16="http://schemas.microsoft.com/office/drawing/2014/main" id="{725B6E07-7C14-4161-A0A6-A4BD4C6D829F}"/>
              </a:ext>
            </a:extLst>
          </p:cNvPr>
          <p:cNvSpPr>
            <a:spLocks xmlns:a="http://schemas.openxmlformats.org/drawingml/2006/main" noGrp="1"/>
          </p:cNvSpPr>
          <p:nvPr/>
        </p:nvSpPr>
        <p:spPr>
          <a:xfrm xmlns:a="http://schemas.openxmlformats.org/drawingml/2006/main">
            <a:off x="7981950" y="3476625"/>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2D4052"/>
                </a:solidFill>
                <a:latin typeface="Arial"/>
                <a:ea typeface="Arial"/>
                <a:cs typeface="Arial"/>
              </a:defRPr>
            </a:defPPr>
          </a:lstStyle>
          <a:p xmlns:a="http://schemas.openxmlformats.org/drawingml/2006/main">
            <a:pPr algn="l">
              <a:lnSpc>
                <a:spcPct val="105000"/>
              </a:lnSpc>
              <a:buNone/>
              <a:defRPr sz="1275" b="0">
                <a:solidFill>
                  <a:srgbClr val="2D4052"/>
                </a:solidFill>
                <a:latin typeface="Arial"/>
                <a:ea typeface="Arial"/>
                <a:cs typeface="Arial"/>
              </a:defRPr>
            </a:pPr>
            <a:r>
              <a:rPr sz="1275" b="0">
                <a:solidFill>
                  <a:srgbClr val="2D4052"/>
                </a:solidFill>
                <a:latin typeface="Arial"/>
                <a:ea typeface="Arial"/>
                <a:cs typeface="Arial"/>
              </a:rPr>
              <a:t>Reference logs</a:t>
            </a:r>
          </a:p>
        </p:txBody>
      </p:sp>
      <p:sp>
        <p:nvSpPr>
          <p:cNvPr id="18" name="">
            <a:extLst xmlns:a="http://schemas.openxmlformats.org/drawingml/2006/main">
              <a:ext uri="{FF2B5EF4-FFF2-40B4-BE49-F238E27FC236}">
                <a16:creationId xmlns:a16="http://schemas.microsoft.com/office/drawing/2014/main" id="{3AC93805-C12C-409C-919B-C6A4EA08AAD4}"/>
              </a:ext>
            </a:extLst>
          </p:cNvPr>
          <p:cNvSpPr>
            <a:spLocks xmlns:a="http://schemas.openxmlformats.org/drawingml/2006/main" noGrp="1"/>
          </p:cNvSpPr>
          <p:nvPr/>
        </p:nvSpPr>
        <p:spPr>
          <a:xfrm xmlns:a="http://schemas.openxmlformats.org/drawingml/2006/main">
            <a:off x="3333750" y="3048000"/>
            <a:ext cx="666750" cy="457200"/>
          </a:xfrm>
          <a:prstGeom xmlns:a="http://schemas.openxmlformats.org/drawingml/2006/main" prst="rightArrow">
            <a:avLst/>
          </a:prstGeom>
          <a:solidFill xmlns:a="http://schemas.openxmlformats.org/drawingml/2006/main">
            <a:srgbClr val="83B3D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89B2B2A-061B-468C-92A5-6DEBD2885707}"/>
              </a:ext>
            </a:extLst>
          </p:cNvPr>
          <p:cNvSpPr>
            <a:spLocks xmlns:a="http://schemas.openxmlformats.org/drawingml/2006/main" noGrp="1"/>
          </p:cNvSpPr>
          <p:nvPr/>
        </p:nvSpPr>
        <p:spPr>
          <a:xfrm xmlns:a="http://schemas.openxmlformats.org/drawingml/2006/main">
            <a:off x="6877050" y="3048000"/>
            <a:ext cx="666750" cy="457200"/>
          </a:xfrm>
          <a:prstGeom xmlns:a="http://schemas.openxmlformats.org/drawingml/2006/main" prst="rightArrow">
            <a:avLst/>
          </a:prstGeom>
          <a:solidFill xmlns:a="http://schemas.openxmlformats.org/drawingml/2006/main">
            <a:srgbClr val="83B3D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CBAA4E4-E6EE-434E-A84C-50DF905DD0EB}"/>
              </a:ext>
            </a:extLst>
          </p:cNvPr>
          <p:cNvSpPr>
            <a:spLocks xmlns:a="http://schemas.openxmlformats.org/drawingml/2006/main" noGrp="1"/>
          </p:cNvSpPr>
          <p:nvPr/>
        </p:nvSpPr>
        <p:spPr>
          <a:xfrm xmlns:a="http://schemas.openxmlformats.org/drawingml/2006/main">
            <a:off x="704850" y="47053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B44D4D"/>
                </a:solidFill>
                <a:latin typeface="Arial"/>
                <a:ea typeface="Arial"/>
                <a:cs typeface="Arial"/>
              </a:defRPr>
            </a:defPPr>
          </a:lstStyle>
          <a:p xmlns:a="http://schemas.openxmlformats.org/drawingml/2006/main">
            <a:pPr algn="l">
              <a:lnSpc>
                <a:spcPct val="105000"/>
              </a:lnSpc>
              <a:buNone/>
              <a:defRPr sz="1275" b="1">
                <a:solidFill>
                  <a:srgbClr val="B44D4D"/>
                </a:solidFill>
                <a:latin typeface="Arial"/>
                <a:ea typeface="Arial"/>
                <a:cs typeface="Arial"/>
              </a:defRPr>
            </a:pPr>
            <a:r>
              <a:rPr sz="1275" b="1">
                <a:solidFill>
                  <a:srgbClr val="B44D4D"/>
                </a:solidFill>
                <a:latin typeface="Arial"/>
                <a:ea typeface="Arial"/>
                <a:cs typeface="Arial"/>
              </a:rPr>
              <a:t>401 / INVALID_AUDIENCE</a:t>
            </a:r>
          </a:p>
        </p:txBody>
      </p:sp>
      <p:sp>
        <p:nvSpPr>
          <p:cNvPr id="21" name="">
            <a:extLst xmlns:a="http://schemas.openxmlformats.org/drawingml/2006/main">
              <a:ext uri="{FF2B5EF4-FFF2-40B4-BE49-F238E27FC236}">
                <a16:creationId xmlns:a16="http://schemas.microsoft.com/office/drawing/2014/main" id="{5E6FEB55-1E3F-485E-A9D9-620174346890}"/>
              </a:ext>
            </a:extLst>
          </p:cNvPr>
          <p:cNvSpPr>
            <a:spLocks xmlns:a="http://schemas.openxmlformats.org/drawingml/2006/main" noGrp="1"/>
          </p:cNvSpPr>
          <p:nvPr/>
        </p:nvSpPr>
        <p:spPr>
          <a:xfrm xmlns:a="http://schemas.openxmlformats.org/drawingml/2006/main">
            <a:off x="4248150" y="47053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B44D4D"/>
                </a:solidFill>
                <a:latin typeface="Arial"/>
                <a:ea typeface="Arial"/>
                <a:cs typeface="Arial"/>
              </a:defRPr>
            </a:defPPr>
          </a:lstStyle>
          <a:p xmlns:a="http://schemas.openxmlformats.org/drawingml/2006/main">
            <a:pPr algn="l">
              <a:lnSpc>
                <a:spcPct val="105000"/>
              </a:lnSpc>
              <a:buNone/>
              <a:defRPr sz="1275" b="1">
                <a:solidFill>
                  <a:srgbClr val="B44D4D"/>
                </a:solidFill>
                <a:latin typeface="Arial"/>
                <a:ea typeface="Arial"/>
                <a:cs typeface="Arial"/>
              </a:defRPr>
            </a:pPr>
            <a:r>
              <a:rPr sz="1275" b="1">
                <a:solidFill>
                  <a:srgbClr val="B44D4D"/>
                </a:solidFill>
                <a:latin typeface="Arial"/>
                <a:ea typeface="Arial"/>
                <a:cs typeface="Arial"/>
              </a:rPr>
              <a:t>409 / IP_POOL_EXHAUSTED</a:t>
            </a:r>
          </a:p>
        </p:txBody>
      </p:sp>
      <p:sp>
        <p:nvSpPr>
          <p:cNvPr id="22" name="">
            <a:extLst xmlns:a="http://schemas.openxmlformats.org/drawingml/2006/main">
              <a:ext uri="{FF2B5EF4-FFF2-40B4-BE49-F238E27FC236}">
                <a16:creationId xmlns:a16="http://schemas.microsoft.com/office/drawing/2014/main" id="{B1039A1E-83C7-405D-B3EC-9A96054B181B}"/>
              </a:ext>
            </a:extLst>
          </p:cNvPr>
          <p:cNvSpPr>
            <a:spLocks xmlns:a="http://schemas.openxmlformats.org/drawingml/2006/main" noGrp="1"/>
          </p:cNvSpPr>
          <p:nvPr/>
        </p:nvSpPr>
        <p:spPr>
          <a:xfrm xmlns:a="http://schemas.openxmlformats.org/drawingml/2006/main">
            <a:off x="7791450" y="47053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3F7298"/>
                </a:solidFill>
                <a:latin typeface="Arial"/>
                <a:ea typeface="Arial"/>
                <a:cs typeface="Arial"/>
              </a:defRPr>
            </a:defPPr>
          </a:lstStyle>
          <a:p xmlns:a="http://schemas.openxmlformats.org/drawingml/2006/main">
            <a:pPr algn="l">
              <a:lnSpc>
                <a:spcPct val="105000"/>
              </a:lnSpc>
              <a:buNone/>
              <a:defRPr sz="1275" b="1">
                <a:solidFill>
                  <a:srgbClr val="3F7298"/>
                </a:solidFill>
                <a:latin typeface="Arial"/>
                <a:ea typeface="Arial"/>
                <a:cs typeface="Arial"/>
              </a:defRPr>
            </a:pPr>
            <a:r>
              <a:rPr sz="1275" b="1">
                <a:solidFill>
                  <a:srgbClr val="3F7298"/>
                </a:solidFill>
                <a:latin typeface="Arial"/>
                <a:ea typeface="Arial"/>
                <a:cs typeface="Arial"/>
              </a:rPr>
              <a:t>Caller 504; downstream 200 after 2438 ms</a:t>
            </a:r>
          </a:p>
        </p:txBody>
      </p:sp>
      <p:sp>
        <p:nvSpPr>
          <p:cNvPr id="23" name="">
            <a:extLst xmlns:a="http://schemas.openxmlformats.org/drawingml/2006/main">
              <a:ext uri="{FF2B5EF4-FFF2-40B4-BE49-F238E27FC236}">
                <a16:creationId xmlns:a16="http://schemas.microsoft.com/office/drawing/2014/main" id="{98D5CA07-946C-4AFA-B101-0D21BE187BD2}"/>
              </a:ext>
            </a:extLst>
          </p:cNvPr>
          <p:cNvSpPr>
            <a:spLocks xmlns:a="http://schemas.openxmlformats.org/drawingml/2006/main" noGrp="1"/>
          </p:cNvSpPr>
          <p:nvPr/>
        </p:nvSpPr>
        <p:spPr>
          <a:xfrm xmlns:a="http://schemas.openxmlformats.org/drawingml/2006/main">
            <a:off x="704850" y="56197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62798B"/>
                </a:solidFill>
                <a:latin typeface="Arial"/>
                <a:ea typeface="Arial"/>
                <a:cs typeface="Arial"/>
              </a:defRPr>
            </a:defPPr>
          </a:lstStyle>
          <a:p xmlns:a="http://schemas.openxmlformats.org/drawingml/2006/main">
            <a:pPr algn="l">
              <a:lnSpc>
                <a:spcPct val="105000"/>
              </a:lnSpc>
              <a:buNone/>
              <a:defRPr sz="1125" b="0">
                <a:solidFill>
                  <a:srgbClr val="62798B"/>
                </a:solidFill>
                <a:latin typeface="Arial"/>
                <a:ea typeface="Arial"/>
                <a:cs typeface="Arial"/>
              </a:defRPr>
            </a:pPr>
            <a:r>
              <a:rPr sz="1125" b="0">
                <a:solidFill>
                  <a:srgbClr val="62798B"/>
                </a:solidFill>
                <a:latin typeface="Arial"/>
                <a:ea typeface="Arial"/>
                <a:cs typeface="Arial"/>
              </a:rPr>
              <a:t>Three deterministic fixtures; synthetic evidence only</a:t>
            </a:r>
          </a:p>
        </p:txBody>
      </p:sp>
    </p:spTree>
    <p:extLst>
      <p:ext uri="{BB962C8B-B14F-4D97-AF65-F5344CB8AC3E}">
        <p14:creationId xmlns:p14="http://schemas.microsoft.com/office/powerpoint/2010/main" val="45956912"/>
      </p:ext>
    </p:extLst>
  </p:cSld>
</p:sld>
</file>

<file path=ppt/slides/slide3.xml><?xml version="1.0" encoding="utf-8"?>
<p:sld xmlns:p="http://schemas.openxmlformats.org/presentationml/2006/main">
  <p:cSld>
    <p:bg>
      <p:bgPr>
        <a:solidFill xmlns:a="http://schemas.openxmlformats.org/drawingml/2006/main">
          <a:srgbClr val="F2F7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4350B1D-5792-46A2-8462-D9D657462F3D}"/>
              </a:ext>
            </a:extLst>
          </p:cNvPr>
          <p:cNvSpPr>
            <a:spLocks xmlns:a="http://schemas.openxmlformats.org/drawingml/2006/main" noGrp="1"/>
          </p:cNvSpPr>
          <p:nvPr/>
        </p:nvSpPr>
        <p:spPr>
          <a:xfrm xmlns:a="http://schemas.openxmlformats.org/drawingml/2006/main">
            <a:off x="609600" y="3048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3F7298"/>
                </a:solidFill>
                <a:latin typeface="Arial"/>
                <a:ea typeface="Arial"/>
                <a:cs typeface="Arial"/>
              </a:defRPr>
            </a:defPPr>
          </a:lstStyle>
          <a:p xmlns:a="http://schemas.openxmlformats.org/drawingml/2006/main">
            <a:pPr algn="l">
              <a:lnSpc>
                <a:spcPct val="105000"/>
              </a:lnSpc>
              <a:buNone/>
              <a:defRPr sz="975" b="1">
                <a:solidFill>
                  <a:srgbClr val="3F7298"/>
                </a:solidFill>
                <a:latin typeface="Arial"/>
                <a:ea typeface="Arial"/>
                <a:cs typeface="Arial"/>
              </a:defRPr>
            </a:pPr>
            <a:r>
              <a:rPr sz="975" b="1">
                <a:solidFill>
                  <a:srgbClr val="3F7298"/>
                </a:solidFill>
                <a:latin typeface="Arial"/>
                <a:ea typeface="Arial"/>
                <a:cs typeface="Arial"/>
              </a:rPr>
              <a:t>LOGLENSAI  /  PROVISIONING</a:t>
            </a:r>
          </a:p>
        </p:txBody>
      </p:sp>
      <p:sp>
        <p:nvSpPr>
          <p:cNvPr id="2" name="">
            <a:extLst xmlns:a="http://schemas.openxmlformats.org/drawingml/2006/main">
              <a:ext uri="{FF2B5EF4-FFF2-40B4-BE49-F238E27FC236}">
                <a16:creationId xmlns:a16="http://schemas.microsoft.com/office/drawing/2014/main" id="{7239FC2B-E5AA-4260-A213-549BF0994ED1}"/>
              </a:ext>
            </a:extLst>
          </p:cNvPr>
          <p:cNvSpPr>
            <a:spLocks xmlns:a="http://schemas.openxmlformats.org/drawingml/2006/main" noGrp="1"/>
          </p:cNvSpPr>
          <p:nvPr/>
        </p:nvSpPr>
        <p:spPr>
          <a:xfrm xmlns:a="http://schemas.openxmlformats.org/drawingml/2006/main">
            <a:off x="11239500" y="323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62798B"/>
                </a:solidFill>
                <a:latin typeface="Arial"/>
                <a:ea typeface="Arial"/>
                <a:cs typeface="Arial"/>
              </a:defRPr>
            </a:defPPr>
          </a:lstStyle>
          <a:p xmlns:a="http://schemas.openxmlformats.org/drawingml/2006/main">
            <a:pPr algn="r">
              <a:lnSpc>
                <a:spcPct val="105000"/>
              </a:lnSpc>
              <a:buNone/>
              <a:defRPr sz="975" b="1">
                <a:solidFill>
                  <a:srgbClr val="62798B"/>
                </a:solidFill>
                <a:latin typeface="Arial"/>
                <a:ea typeface="Arial"/>
                <a:cs typeface="Arial"/>
              </a:defRPr>
            </a:pPr>
            <a:r>
              <a:rPr sz="975" b="1">
                <a:solidFill>
                  <a:srgbClr val="62798B"/>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70780189-921E-4285-8F25-DEB73D94E821}"/>
              </a:ext>
            </a:extLst>
          </p:cNvPr>
          <p:cNvSpPr>
            <a:spLocks xmlns:a="http://schemas.openxmlformats.org/drawingml/2006/main" noGrp="1"/>
          </p:cNvSpPr>
          <p:nvPr/>
        </p:nvSpPr>
        <p:spPr>
          <a:xfrm xmlns:a="http://schemas.openxmlformats.org/drawingml/2006/main">
            <a:off x="609600" y="685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29445C"/>
                </a:solidFill>
                <a:latin typeface="Arial"/>
                <a:ea typeface="Arial"/>
                <a:cs typeface="Arial"/>
              </a:defRPr>
            </a:defPPr>
          </a:lstStyle>
          <a:p xmlns:a="http://schemas.openxmlformats.org/drawingml/2006/main">
            <a:pPr algn="l">
              <a:lnSpc>
                <a:spcPct val="105000"/>
              </a:lnSpc>
              <a:buNone/>
              <a:defRPr sz="2700" b="1">
                <a:solidFill>
                  <a:srgbClr val="29445C"/>
                </a:solidFill>
                <a:latin typeface="Arial"/>
                <a:ea typeface="Arial"/>
                <a:cs typeface="Arial"/>
              </a:defRPr>
            </a:pPr>
            <a:r>
              <a:rPr sz="2700" b="1">
                <a:solidFill>
                  <a:srgbClr val="29445C"/>
                </a:solidFill>
                <a:latin typeface="Arial"/>
                <a:ea typeface="Arial"/>
                <a:cs typeface="Arial"/>
              </a:rPr>
              <a:t>Three seeded investigation paths</a:t>
            </a:r>
          </a:p>
        </p:txBody>
      </p:sp>
      <p:sp>
        <p:nvSpPr>
          <p:cNvPr id="4" name="">
            <a:extLst xmlns:a="http://schemas.openxmlformats.org/drawingml/2006/main">
              <a:ext uri="{FF2B5EF4-FFF2-40B4-BE49-F238E27FC236}">
                <a16:creationId xmlns:a16="http://schemas.microsoft.com/office/drawing/2014/main" id="{C907B31C-AC4C-4175-AF8D-787590B82A58}"/>
              </a:ext>
            </a:extLst>
          </p:cNvPr>
          <p:cNvSpPr>
            <a:spLocks xmlns:a="http://schemas.openxmlformats.org/drawingml/2006/main" noGrp="1"/>
          </p:cNvSpPr>
          <p:nvPr/>
        </p:nvSpPr>
        <p:spPr>
          <a:xfrm xmlns:a="http://schemas.openxmlformats.org/drawingml/2006/main">
            <a:off x="609600" y="1352550"/>
            <a:ext cx="685800" cy="38100"/>
          </a:xfrm>
          <a:prstGeom xmlns:a="http://schemas.openxmlformats.org/drawingml/2006/main" prst="rect">
            <a:avLst/>
          </a:prstGeom>
          <a:solidFill xmlns:a="http://schemas.openxmlformats.org/drawingml/2006/main">
            <a:srgbClr val="83B3D2"/>
          </a:solidFill>
          <a:ln xmlns:a="http://schemas.openxmlformats.org/drawingml/2006/main" w="0">
            <a:noFill/>
            <a:prstDash val="solid"/>
          </a:ln>
        </p:spPr>
      </p:sp>
      <p:sp>
        <p:nvSpPr>
          <p:cNvPr id="5" name="card">
            <a:extLst xmlns:a="http://schemas.openxmlformats.org/drawingml/2006/main">
              <a:ext uri="{FF2B5EF4-FFF2-40B4-BE49-F238E27FC236}">
                <a16:creationId xmlns:a16="http://schemas.microsoft.com/office/drawing/2014/main" id="{98F9380B-9412-4520-A278-283BF958A824}"/>
              </a:ext>
            </a:extLst>
          </p:cNvPr>
          <p:cNvSpPr>
            <a:spLocks xmlns:a="http://schemas.openxmlformats.org/drawingml/2006/main" noGrp="1"/>
          </p:cNvSpPr>
          <p:nvPr/>
        </p:nvSpPr>
        <p:spPr>
          <a:xfrm xmlns:a="http://schemas.openxmlformats.org/drawingml/2006/main">
            <a:off x="666750" y="1714500"/>
            <a:ext cx="1083945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D5E2ED"/>
            </a:solidFill>
            <a:prstDash val="solid"/>
          </a:ln>
        </p:spPr>
      </p:sp>
      <p:sp>
        <p:nvSpPr>
          <p:cNvPr id="6" name="">
            <a:extLst xmlns:a="http://schemas.openxmlformats.org/drawingml/2006/main">
              <a:ext uri="{FF2B5EF4-FFF2-40B4-BE49-F238E27FC236}">
                <a16:creationId xmlns:a16="http://schemas.microsoft.com/office/drawing/2014/main" id="{63D7C698-B627-4C51-9495-D5FA676661DC}"/>
              </a:ext>
            </a:extLst>
          </p:cNvPr>
          <p:cNvSpPr>
            <a:spLocks xmlns:a="http://schemas.openxmlformats.org/drawingml/2006/main" noGrp="1"/>
          </p:cNvSpPr>
          <p:nvPr/>
        </p:nvSpPr>
        <p:spPr>
          <a:xfrm xmlns:a="http://schemas.openxmlformats.org/drawingml/2006/main">
            <a:off x="666750" y="1714500"/>
            <a:ext cx="76200" cy="914400"/>
          </a:xfrm>
          <a:prstGeom xmlns:a="http://schemas.openxmlformats.org/drawingml/2006/main" prst="rect">
            <a:avLst/>
          </a:prstGeom>
          <a:solidFill xmlns:a="http://schemas.openxmlformats.org/drawingml/2006/main">
            <a:srgbClr val="B44D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4097190-7C23-414D-8D07-EA1F07E1097F}"/>
              </a:ext>
            </a:extLst>
          </p:cNvPr>
          <p:cNvSpPr>
            <a:spLocks xmlns:a="http://schemas.openxmlformats.org/drawingml/2006/main" noGrp="1"/>
          </p:cNvSpPr>
          <p:nvPr/>
        </p:nvSpPr>
        <p:spPr>
          <a:xfrm xmlns:a="http://schemas.openxmlformats.org/drawingml/2006/main">
            <a:off x="933450" y="18288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3F7298"/>
                </a:solidFill>
                <a:latin typeface="Arial"/>
                <a:ea typeface="Arial"/>
                <a:cs typeface="Arial"/>
              </a:defRPr>
            </a:defPPr>
          </a:lstStyle>
          <a:p xmlns:a="http://schemas.openxmlformats.org/drawingml/2006/main">
            <a:pPr algn="l">
              <a:lnSpc>
                <a:spcPct val="105000"/>
              </a:lnSpc>
              <a:buNone/>
              <a:defRPr sz="975" b="1">
                <a:solidFill>
                  <a:srgbClr val="3F7298"/>
                </a:solidFill>
                <a:latin typeface="Arial"/>
                <a:ea typeface="Arial"/>
                <a:cs typeface="Arial"/>
              </a:defRPr>
            </a:pPr>
            <a:r>
              <a:rPr sz="975" b="1">
                <a:solidFill>
                  <a:srgbClr val="3F7298"/>
                </a:solidFill>
                <a:latin typeface="Arial"/>
                <a:ea typeface="Arial"/>
                <a:cs typeface="Arial"/>
              </a:rPr>
              <a:t>PREMISE  ·  ESP</a:t>
            </a:r>
          </a:p>
        </p:txBody>
      </p:sp>
      <p:sp>
        <p:nvSpPr>
          <p:cNvPr id="8" name="">
            <a:extLst xmlns:a="http://schemas.openxmlformats.org/drawingml/2006/main">
              <a:ext uri="{FF2B5EF4-FFF2-40B4-BE49-F238E27FC236}">
                <a16:creationId xmlns:a16="http://schemas.microsoft.com/office/drawing/2014/main" id="{BA4AA77A-4E6B-4A1D-9F85-00613C0FC75E}"/>
              </a:ext>
            </a:extLst>
          </p:cNvPr>
          <p:cNvSpPr>
            <a:spLocks xmlns:a="http://schemas.openxmlformats.org/drawingml/2006/main" noGrp="1"/>
          </p:cNvSpPr>
          <p:nvPr/>
        </p:nvSpPr>
        <p:spPr>
          <a:xfrm xmlns:a="http://schemas.openxmlformats.org/drawingml/2006/main">
            <a:off x="933450" y="203835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29445C"/>
                </a:solidFill>
                <a:latin typeface="Arial"/>
                <a:ea typeface="Arial"/>
                <a:cs typeface="Arial"/>
              </a:defRPr>
            </a:defPPr>
          </a:lstStyle>
          <a:p xmlns:a="http://schemas.openxmlformats.org/drawingml/2006/main">
            <a:pPr algn="l">
              <a:lnSpc>
                <a:spcPct val="105000"/>
              </a:lnSpc>
              <a:buNone/>
              <a:defRPr sz="1650" b="1">
                <a:solidFill>
                  <a:srgbClr val="29445C"/>
                </a:solidFill>
                <a:latin typeface="Arial"/>
                <a:ea typeface="Arial"/>
                <a:cs typeface="Arial"/>
              </a:defRPr>
            </a:pPr>
            <a:r>
              <a:rPr sz="1650" b="1">
                <a:solidFill>
                  <a:srgbClr val="29445C"/>
                </a:solidFill>
                <a:latin typeface="Arial"/>
                <a:ea typeface="Arial"/>
                <a:cs typeface="Arial"/>
              </a:rPr>
              <a:t>INVALID_AUDIENCE</a:t>
            </a:r>
          </a:p>
        </p:txBody>
      </p:sp>
      <p:sp>
        <p:nvSpPr>
          <p:cNvPr id="9" name="">
            <a:extLst xmlns:a="http://schemas.openxmlformats.org/drawingml/2006/main">
              <a:ext uri="{FF2B5EF4-FFF2-40B4-BE49-F238E27FC236}">
                <a16:creationId xmlns:a16="http://schemas.microsoft.com/office/drawing/2014/main" id="{58113144-E99B-4C5B-BB11-A2EB4F000C5A}"/>
              </a:ext>
            </a:extLst>
          </p:cNvPr>
          <p:cNvSpPr>
            <a:spLocks xmlns:a="http://schemas.openxmlformats.org/drawingml/2006/main" noGrp="1"/>
          </p:cNvSpPr>
          <p:nvPr/>
        </p:nvSpPr>
        <p:spPr>
          <a:xfrm xmlns:a="http://schemas.openxmlformats.org/drawingml/2006/main">
            <a:off x="4857750" y="200025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2D4052"/>
                </a:solidFill>
                <a:latin typeface="Arial"/>
                <a:ea typeface="Arial"/>
                <a:cs typeface="Arial"/>
              </a:defRPr>
            </a:defPPr>
          </a:lstStyle>
          <a:p xmlns:a="http://schemas.openxmlformats.org/drawingml/2006/main">
            <a:pPr algn="l">
              <a:lnSpc>
                <a:spcPct val="105000"/>
              </a:lnSpc>
              <a:buNone/>
              <a:defRPr sz="1200" b="0">
                <a:solidFill>
                  <a:srgbClr val="2D4052"/>
                </a:solidFill>
                <a:latin typeface="Arial"/>
                <a:ea typeface="Arial"/>
                <a:cs typeface="Arial"/>
              </a:defRPr>
            </a:pPr>
            <a:r>
              <a:rPr sz="1200" b="0">
                <a:solidFill>
                  <a:srgbClr val="2D4052"/>
                </a:solidFill>
                <a:latin typeface="Arial"/>
                <a:ea typeface="Arial"/>
                <a:cs typeface="Arial"/>
              </a:rPr>
              <a:t>Order response 401  /  downstream response 401</a:t>
            </a:r>
          </a:p>
        </p:txBody>
      </p:sp>
      <p:sp>
        <p:nvSpPr>
          <p:cNvPr id="10" name="">
            <a:extLst xmlns:a="http://schemas.openxmlformats.org/drawingml/2006/main">
              <a:ext uri="{FF2B5EF4-FFF2-40B4-BE49-F238E27FC236}">
                <a16:creationId xmlns:a16="http://schemas.microsoft.com/office/drawing/2014/main" id="{B981FAF9-D1B8-4FBF-997A-AC009E6A6924}"/>
              </a:ext>
            </a:extLst>
          </p:cNvPr>
          <p:cNvSpPr>
            <a:spLocks xmlns:a="http://schemas.openxmlformats.org/drawingml/2006/main" noGrp="1"/>
          </p:cNvSpPr>
          <p:nvPr/>
        </p:nvSpPr>
        <p:spPr>
          <a:xfrm xmlns:a="http://schemas.openxmlformats.org/drawingml/2006/main">
            <a:off x="10096500" y="20383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B44D4D"/>
                </a:solidFill>
                <a:latin typeface="Arial"/>
                <a:ea typeface="Arial"/>
                <a:cs typeface="Arial"/>
              </a:defRPr>
            </a:defPPr>
          </a:lstStyle>
          <a:p xmlns:a="http://schemas.openxmlformats.org/drawingml/2006/main">
            <a:pPr algn="r">
              <a:lnSpc>
                <a:spcPct val="105000"/>
              </a:lnSpc>
              <a:buNone/>
              <a:defRPr sz="975" b="1">
                <a:solidFill>
                  <a:srgbClr val="B44D4D"/>
                </a:solidFill>
                <a:latin typeface="Arial"/>
                <a:ea typeface="Arial"/>
                <a:cs typeface="Arial"/>
              </a:defRPr>
            </a:pPr>
            <a:r>
              <a:rPr sz="975" b="1">
                <a:solidFill>
                  <a:srgbClr val="B44D4D"/>
                </a:solidFill>
                <a:latin typeface="Arial"/>
                <a:ea typeface="Arial"/>
                <a:cs typeface="Arial"/>
              </a:rPr>
              <a:t>FAILED</a:t>
            </a:r>
          </a:p>
        </p:txBody>
      </p:sp>
      <p:sp>
        <p:nvSpPr>
          <p:cNvPr id="11" name="card">
            <a:extLst xmlns:a="http://schemas.openxmlformats.org/drawingml/2006/main">
              <a:ext uri="{FF2B5EF4-FFF2-40B4-BE49-F238E27FC236}">
                <a16:creationId xmlns:a16="http://schemas.microsoft.com/office/drawing/2014/main" id="{39B401F4-3B63-4178-9E69-9002B3E81B47}"/>
              </a:ext>
            </a:extLst>
          </p:cNvPr>
          <p:cNvSpPr>
            <a:spLocks xmlns:a="http://schemas.openxmlformats.org/drawingml/2006/main" noGrp="1"/>
          </p:cNvSpPr>
          <p:nvPr/>
        </p:nvSpPr>
        <p:spPr>
          <a:xfrm xmlns:a="http://schemas.openxmlformats.org/drawingml/2006/main">
            <a:off x="666750" y="2876550"/>
            <a:ext cx="1083945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D5E2ED"/>
            </a:solidFill>
            <a:prstDash val="solid"/>
          </a:ln>
        </p:spPr>
      </p:sp>
      <p:sp>
        <p:nvSpPr>
          <p:cNvPr id="12" name="">
            <a:extLst xmlns:a="http://schemas.openxmlformats.org/drawingml/2006/main">
              <a:ext uri="{FF2B5EF4-FFF2-40B4-BE49-F238E27FC236}">
                <a16:creationId xmlns:a16="http://schemas.microsoft.com/office/drawing/2014/main" id="{F2AA4F7A-456A-42B0-AB16-818EC5132305}"/>
              </a:ext>
            </a:extLst>
          </p:cNvPr>
          <p:cNvSpPr>
            <a:spLocks xmlns:a="http://schemas.openxmlformats.org/drawingml/2006/main" noGrp="1"/>
          </p:cNvSpPr>
          <p:nvPr/>
        </p:nvSpPr>
        <p:spPr>
          <a:xfrm xmlns:a="http://schemas.openxmlformats.org/drawingml/2006/main">
            <a:off x="666750" y="2876550"/>
            <a:ext cx="76200" cy="914400"/>
          </a:xfrm>
          <a:prstGeom xmlns:a="http://schemas.openxmlformats.org/drawingml/2006/main" prst="rect">
            <a:avLst/>
          </a:prstGeom>
          <a:solidFill xmlns:a="http://schemas.openxmlformats.org/drawingml/2006/main">
            <a:srgbClr val="B44D4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8B43632-8584-44E1-87A2-6343BBD8CB0E}"/>
              </a:ext>
            </a:extLst>
          </p:cNvPr>
          <p:cNvSpPr>
            <a:spLocks xmlns:a="http://schemas.openxmlformats.org/drawingml/2006/main" noGrp="1"/>
          </p:cNvSpPr>
          <p:nvPr/>
        </p:nvSpPr>
        <p:spPr>
          <a:xfrm xmlns:a="http://schemas.openxmlformats.org/drawingml/2006/main">
            <a:off x="933450" y="29908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3F7298"/>
                </a:solidFill>
                <a:latin typeface="Arial"/>
                <a:ea typeface="Arial"/>
                <a:cs typeface="Arial"/>
              </a:defRPr>
            </a:defPPr>
          </a:lstStyle>
          <a:p xmlns:a="http://schemas.openxmlformats.org/drawingml/2006/main">
            <a:pPr algn="l">
              <a:lnSpc>
                <a:spcPct val="105000"/>
              </a:lnSpc>
              <a:buNone/>
              <a:defRPr sz="975" b="1">
                <a:solidFill>
                  <a:srgbClr val="3F7298"/>
                </a:solidFill>
                <a:latin typeface="Arial"/>
                <a:ea typeface="Arial"/>
                <a:cs typeface="Arial"/>
              </a:defRPr>
            </a:pPr>
            <a:r>
              <a:rPr sz="975" b="1">
                <a:solidFill>
                  <a:srgbClr val="3F7298"/>
                </a:solidFill>
                <a:latin typeface="Arial"/>
                <a:ea typeface="Arial"/>
                <a:cs typeface="Arial"/>
              </a:rPr>
              <a:t>HOSTED  ·  IPSM</a:t>
            </a:r>
          </a:p>
        </p:txBody>
      </p:sp>
      <p:sp>
        <p:nvSpPr>
          <p:cNvPr id="14" name="">
            <a:extLst xmlns:a="http://schemas.openxmlformats.org/drawingml/2006/main">
              <a:ext uri="{FF2B5EF4-FFF2-40B4-BE49-F238E27FC236}">
                <a16:creationId xmlns:a16="http://schemas.microsoft.com/office/drawing/2014/main" id="{3A5F09C9-F01B-441C-AF51-D8489DDC2232}"/>
              </a:ext>
            </a:extLst>
          </p:cNvPr>
          <p:cNvSpPr>
            <a:spLocks xmlns:a="http://schemas.openxmlformats.org/drawingml/2006/main" noGrp="1"/>
          </p:cNvSpPr>
          <p:nvPr/>
        </p:nvSpPr>
        <p:spPr>
          <a:xfrm xmlns:a="http://schemas.openxmlformats.org/drawingml/2006/main">
            <a:off x="933450" y="320040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29445C"/>
                </a:solidFill>
                <a:latin typeface="Arial"/>
                <a:ea typeface="Arial"/>
                <a:cs typeface="Arial"/>
              </a:defRPr>
            </a:defPPr>
          </a:lstStyle>
          <a:p xmlns:a="http://schemas.openxmlformats.org/drawingml/2006/main">
            <a:pPr algn="l">
              <a:lnSpc>
                <a:spcPct val="105000"/>
              </a:lnSpc>
              <a:buNone/>
              <a:defRPr sz="1650" b="1">
                <a:solidFill>
                  <a:srgbClr val="29445C"/>
                </a:solidFill>
                <a:latin typeface="Arial"/>
                <a:ea typeface="Arial"/>
                <a:cs typeface="Arial"/>
              </a:defRPr>
            </a:pPr>
            <a:r>
              <a:rPr sz="1650" b="1">
                <a:solidFill>
                  <a:srgbClr val="29445C"/>
                </a:solidFill>
                <a:latin typeface="Arial"/>
                <a:ea typeface="Arial"/>
                <a:cs typeface="Arial"/>
              </a:rPr>
              <a:t>IP_POOL_EXHAUSTED</a:t>
            </a:r>
          </a:p>
        </p:txBody>
      </p:sp>
      <p:sp>
        <p:nvSpPr>
          <p:cNvPr id="15" name="">
            <a:extLst xmlns:a="http://schemas.openxmlformats.org/drawingml/2006/main">
              <a:ext uri="{FF2B5EF4-FFF2-40B4-BE49-F238E27FC236}">
                <a16:creationId xmlns:a16="http://schemas.microsoft.com/office/drawing/2014/main" id="{05D218D7-9CA2-401D-8549-58BF34E3BB58}"/>
              </a:ext>
            </a:extLst>
          </p:cNvPr>
          <p:cNvSpPr>
            <a:spLocks xmlns:a="http://schemas.openxmlformats.org/drawingml/2006/main" noGrp="1"/>
          </p:cNvSpPr>
          <p:nvPr/>
        </p:nvSpPr>
        <p:spPr>
          <a:xfrm xmlns:a="http://schemas.openxmlformats.org/drawingml/2006/main">
            <a:off x="4857750" y="316230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2D4052"/>
                </a:solidFill>
                <a:latin typeface="Arial"/>
                <a:ea typeface="Arial"/>
                <a:cs typeface="Arial"/>
              </a:defRPr>
            </a:defPPr>
          </a:lstStyle>
          <a:p xmlns:a="http://schemas.openxmlformats.org/drawingml/2006/main">
            <a:pPr algn="l">
              <a:lnSpc>
                <a:spcPct val="105000"/>
              </a:lnSpc>
              <a:buNone/>
              <a:defRPr sz="1200" b="0">
                <a:solidFill>
                  <a:srgbClr val="2D4052"/>
                </a:solidFill>
                <a:latin typeface="Arial"/>
                <a:ea typeface="Arial"/>
                <a:cs typeface="Arial"/>
              </a:defRPr>
            </a:pPr>
            <a:r>
              <a:rPr sz="1200" b="0">
                <a:solidFill>
                  <a:srgbClr val="2D4052"/>
                </a:solidFill>
                <a:latin typeface="Arial"/>
                <a:ea typeface="Arial"/>
                <a:cs typeface="Arial"/>
              </a:rPr>
              <a:t>Order response 409  /  allocation rejected</a:t>
            </a:r>
          </a:p>
        </p:txBody>
      </p:sp>
      <p:sp>
        <p:nvSpPr>
          <p:cNvPr id="16" name="">
            <a:extLst xmlns:a="http://schemas.openxmlformats.org/drawingml/2006/main">
              <a:ext uri="{FF2B5EF4-FFF2-40B4-BE49-F238E27FC236}">
                <a16:creationId xmlns:a16="http://schemas.microsoft.com/office/drawing/2014/main" id="{3C740C70-80B2-4936-B2B7-A81A3A927D24}"/>
              </a:ext>
            </a:extLst>
          </p:cNvPr>
          <p:cNvSpPr>
            <a:spLocks xmlns:a="http://schemas.openxmlformats.org/drawingml/2006/main" noGrp="1"/>
          </p:cNvSpPr>
          <p:nvPr/>
        </p:nvSpPr>
        <p:spPr>
          <a:xfrm xmlns:a="http://schemas.openxmlformats.org/drawingml/2006/main">
            <a:off x="10096500" y="32004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B44D4D"/>
                </a:solidFill>
                <a:latin typeface="Arial"/>
                <a:ea typeface="Arial"/>
                <a:cs typeface="Arial"/>
              </a:defRPr>
            </a:defPPr>
          </a:lstStyle>
          <a:p xmlns:a="http://schemas.openxmlformats.org/drawingml/2006/main">
            <a:pPr algn="r">
              <a:lnSpc>
                <a:spcPct val="105000"/>
              </a:lnSpc>
              <a:buNone/>
              <a:defRPr sz="975" b="1">
                <a:solidFill>
                  <a:srgbClr val="B44D4D"/>
                </a:solidFill>
                <a:latin typeface="Arial"/>
                <a:ea typeface="Arial"/>
                <a:cs typeface="Arial"/>
              </a:defRPr>
            </a:pPr>
            <a:r>
              <a:rPr sz="975" b="1">
                <a:solidFill>
                  <a:srgbClr val="B44D4D"/>
                </a:solidFill>
                <a:latin typeface="Arial"/>
                <a:ea typeface="Arial"/>
                <a:cs typeface="Arial"/>
              </a:rPr>
              <a:t>FAILED</a:t>
            </a:r>
          </a:p>
        </p:txBody>
      </p:sp>
      <p:sp>
        <p:nvSpPr>
          <p:cNvPr id="17" name="card">
            <a:extLst xmlns:a="http://schemas.openxmlformats.org/drawingml/2006/main">
              <a:ext uri="{FF2B5EF4-FFF2-40B4-BE49-F238E27FC236}">
                <a16:creationId xmlns:a16="http://schemas.microsoft.com/office/drawing/2014/main" id="{980331A4-7A58-451F-87A5-D994F954D965}"/>
              </a:ext>
            </a:extLst>
          </p:cNvPr>
          <p:cNvSpPr>
            <a:spLocks xmlns:a="http://schemas.openxmlformats.org/drawingml/2006/main" noGrp="1"/>
          </p:cNvSpPr>
          <p:nvPr/>
        </p:nvSpPr>
        <p:spPr>
          <a:xfrm xmlns:a="http://schemas.openxmlformats.org/drawingml/2006/main">
            <a:off x="666750" y="4038600"/>
            <a:ext cx="1083945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D5E2ED"/>
            </a:solidFill>
            <a:prstDash val="solid"/>
          </a:ln>
        </p:spPr>
      </p:sp>
      <p:sp>
        <p:nvSpPr>
          <p:cNvPr id="18" name="">
            <a:extLst xmlns:a="http://schemas.openxmlformats.org/drawingml/2006/main">
              <a:ext uri="{FF2B5EF4-FFF2-40B4-BE49-F238E27FC236}">
                <a16:creationId xmlns:a16="http://schemas.microsoft.com/office/drawing/2014/main" id="{C96084CE-AA07-442A-80D6-2516162ECAB0}"/>
              </a:ext>
            </a:extLst>
          </p:cNvPr>
          <p:cNvSpPr>
            <a:spLocks xmlns:a="http://schemas.openxmlformats.org/drawingml/2006/main" noGrp="1"/>
          </p:cNvSpPr>
          <p:nvPr/>
        </p:nvSpPr>
        <p:spPr>
          <a:xfrm xmlns:a="http://schemas.openxmlformats.org/drawingml/2006/main">
            <a:off x="666750" y="4038600"/>
            <a:ext cx="76200" cy="914400"/>
          </a:xfrm>
          <a:prstGeom xmlns:a="http://schemas.openxmlformats.org/drawingml/2006/main" prst="rect">
            <a:avLst/>
          </a:prstGeom>
          <a:solidFill xmlns:a="http://schemas.openxmlformats.org/drawingml/2006/main">
            <a:srgbClr val="83B3D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8FF3953-5051-4F55-AB06-4BD2046238A7}"/>
              </a:ext>
            </a:extLst>
          </p:cNvPr>
          <p:cNvSpPr>
            <a:spLocks xmlns:a="http://schemas.openxmlformats.org/drawingml/2006/main" noGrp="1"/>
          </p:cNvSpPr>
          <p:nvPr/>
        </p:nvSpPr>
        <p:spPr>
          <a:xfrm xmlns:a="http://schemas.openxmlformats.org/drawingml/2006/main">
            <a:off x="933450" y="41529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3F7298"/>
                </a:solidFill>
                <a:latin typeface="Arial"/>
                <a:ea typeface="Arial"/>
                <a:cs typeface="Arial"/>
              </a:defRPr>
            </a:defPPr>
          </a:lstStyle>
          <a:p xmlns:a="http://schemas.openxmlformats.org/drawingml/2006/main">
            <a:pPr algn="l">
              <a:lnSpc>
                <a:spcPct val="105000"/>
              </a:lnSpc>
              <a:buNone/>
              <a:defRPr sz="975" b="1">
                <a:solidFill>
                  <a:srgbClr val="3F7298"/>
                </a:solidFill>
                <a:latin typeface="Arial"/>
                <a:ea typeface="Arial"/>
                <a:cs typeface="Arial"/>
              </a:defRPr>
            </a:pPr>
            <a:r>
              <a:rPr sz="975" b="1">
                <a:solidFill>
                  <a:srgbClr val="3F7298"/>
                </a:solidFill>
                <a:latin typeface="Arial"/>
                <a:ea typeface="Arial"/>
                <a:cs typeface="Arial"/>
              </a:rPr>
              <a:t>HOSTED  ·  IPSM</a:t>
            </a:r>
          </a:p>
        </p:txBody>
      </p:sp>
      <p:sp>
        <p:nvSpPr>
          <p:cNvPr id="20" name="">
            <a:extLst xmlns:a="http://schemas.openxmlformats.org/drawingml/2006/main">
              <a:ext uri="{FF2B5EF4-FFF2-40B4-BE49-F238E27FC236}">
                <a16:creationId xmlns:a16="http://schemas.microsoft.com/office/drawing/2014/main" id="{C0F6DA55-7B09-46B0-9EA0-74879E62488D}"/>
              </a:ext>
            </a:extLst>
          </p:cNvPr>
          <p:cNvSpPr>
            <a:spLocks xmlns:a="http://schemas.openxmlformats.org/drawingml/2006/main" noGrp="1"/>
          </p:cNvSpPr>
          <p:nvPr/>
        </p:nvSpPr>
        <p:spPr>
          <a:xfrm xmlns:a="http://schemas.openxmlformats.org/drawingml/2006/main">
            <a:off x="933450" y="436245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29445C"/>
                </a:solidFill>
                <a:latin typeface="Arial"/>
                <a:ea typeface="Arial"/>
                <a:cs typeface="Arial"/>
              </a:defRPr>
            </a:defPPr>
          </a:lstStyle>
          <a:p xmlns:a="http://schemas.openxmlformats.org/drawingml/2006/main">
            <a:pPr algn="l">
              <a:lnSpc>
                <a:spcPct val="105000"/>
              </a:lnSpc>
              <a:buNone/>
              <a:defRPr sz="1650" b="1">
                <a:solidFill>
                  <a:srgbClr val="29445C"/>
                </a:solidFill>
                <a:latin typeface="Arial"/>
                <a:ea typeface="Arial"/>
                <a:cs typeface="Arial"/>
              </a:defRPr>
            </a:pPr>
            <a:r>
              <a:rPr sz="1650" b="1">
                <a:solidFill>
                  <a:srgbClr val="29445C"/>
                </a:solidFill>
                <a:latin typeface="Arial"/>
                <a:ea typeface="Arial"/>
                <a:cs typeface="Arial"/>
              </a:rPr>
              <a:t>Caller deadline exceeded</a:t>
            </a:r>
          </a:p>
        </p:txBody>
      </p:sp>
      <p:sp>
        <p:nvSpPr>
          <p:cNvPr id="21" name="">
            <a:extLst xmlns:a="http://schemas.openxmlformats.org/drawingml/2006/main">
              <a:ext uri="{FF2B5EF4-FFF2-40B4-BE49-F238E27FC236}">
                <a16:creationId xmlns:a16="http://schemas.microsoft.com/office/drawing/2014/main" id="{9603078C-F69C-4F19-BC7F-296F58ABD69F}"/>
              </a:ext>
            </a:extLst>
          </p:cNvPr>
          <p:cNvSpPr>
            <a:spLocks xmlns:a="http://schemas.openxmlformats.org/drawingml/2006/main" noGrp="1"/>
          </p:cNvSpPr>
          <p:nvPr/>
        </p:nvSpPr>
        <p:spPr>
          <a:xfrm xmlns:a="http://schemas.openxmlformats.org/drawingml/2006/main">
            <a:off x="4857750" y="432435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2D4052"/>
                </a:solidFill>
                <a:latin typeface="Arial"/>
                <a:ea typeface="Arial"/>
                <a:cs typeface="Arial"/>
              </a:defRPr>
            </a:defPPr>
          </a:lstStyle>
          <a:p xmlns:a="http://schemas.openxmlformats.org/drawingml/2006/main">
            <a:pPr algn="l">
              <a:lnSpc>
                <a:spcPct val="105000"/>
              </a:lnSpc>
              <a:buNone/>
              <a:defRPr sz="1200" b="0">
                <a:solidFill>
                  <a:srgbClr val="2D4052"/>
                </a:solidFill>
                <a:latin typeface="Arial"/>
                <a:ea typeface="Arial"/>
                <a:cs typeface="Arial"/>
              </a:defRPr>
            </a:pPr>
            <a:r>
              <a:rPr sz="1200" b="0">
                <a:solidFill>
                  <a:srgbClr val="2D4052"/>
                </a:solidFill>
                <a:latin typeface="Arial"/>
                <a:ea typeface="Arial"/>
                <a:cs typeface="Arial"/>
              </a:rPr>
              <a:t>Order response 504  /  downstream response 200 at 2438 ms</a:t>
            </a:r>
          </a:p>
        </p:txBody>
      </p:sp>
      <p:sp>
        <p:nvSpPr>
          <p:cNvPr id="22" name="">
            <a:extLst xmlns:a="http://schemas.openxmlformats.org/drawingml/2006/main">
              <a:ext uri="{FF2B5EF4-FFF2-40B4-BE49-F238E27FC236}">
                <a16:creationId xmlns:a16="http://schemas.microsoft.com/office/drawing/2014/main" id="{1BBB993D-D759-4F9B-BE07-2E8472EE0369}"/>
              </a:ext>
            </a:extLst>
          </p:cNvPr>
          <p:cNvSpPr>
            <a:spLocks xmlns:a="http://schemas.openxmlformats.org/drawingml/2006/main" noGrp="1"/>
          </p:cNvSpPr>
          <p:nvPr/>
        </p:nvSpPr>
        <p:spPr>
          <a:xfrm xmlns:a="http://schemas.openxmlformats.org/drawingml/2006/main">
            <a:off x="10096500" y="43624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3F7298"/>
                </a:solidFill>
                <a:latin typeface="Arial"/>
                <a:ea typeface="Arial"/>
                <a:cs typeface="Arial"/>
              </a:defRPr>
            </a:defPPr>
          </a:lstStyle>
          <a:p xmlns:a="http://schemas.openxmlformats.org/drawingml/2006/main">
            <a:pPr algn="r">
              <a:lnSpc>
                <a:spcPct val="105000"/>
              </a:lnSpc>
              <a:buNone/>
              <a:defRPr sz="975" b="1">
                <a:solidFill>
                  <a:srgbClr val="3F7298"/>
                </a:solidFill>
                <a:latin typeface="Arial"/>
                <a:ea typeface="Arial"/>
                <a:cs typeface="Arial"/>
              </a:defRPr>
            </a:pPr>
            <a:r>
              <a:rPr sz="975" b="1">
                <a:solidFill>
                  <a:srgbClr val="3F7298"/>
                </a:solidFill>
                <a:latin typeface="Arial"/>
                <a:ea typeface="Arial"/>
                <a:cs typeface="Arial"/>
              </a:rPr>
              <a:t>DEGRADED</a:t>
            </a:r>
          </a:p>
        </p:txBody>
      </p:sp>
      <p:sp>
        <p:nvSpPr>
          <p:cNvPr id="23" name="">
            <a:extLst xmlns:a="http://schemas.openxmlformats.org/drawingml/2006/main">
              <a:ext uri="{FF2B5EF4-FFF2-40B4-BE49-F238E27FC236}">
                <a16:creationId xmlns:a16="http://schemas.microsoft.com/office/drawing/2014/main" id="{30338DE6-E378-4F20-A0BB-34A3C130042F}"/>
              </a:ext>
            </a:extLst>
          </p:cNvPr>
          <p:cNvSpPr>
            <a:spLocks xmlns:a="http://schemas.openxmlformats.org/drawingml/2006/main" noGrp="1"/>
          </p:cNvSpPr>
          <p:nvPr/>
        </p:nvSpPr>
        <p:spPr>
          <a:xfrm xmlns:a="http://schemas.openxmlformats.org/drawingml/2006/main">
            <a:off x="685800" y="542925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62798B"/>
                </a:solidFill>
                <a:latin typeface="Arial"/>
                <a:ea typeface="Arial"/>
                <a:cs typeface="Arial"/>
              </a:defRPr>
            </a:defPPr>
          </a:lstStyle>
          <a:p xmlns:a="http://schemas.openxmlformats.org/drawingml/2006/main">
            <a:pPr algn="l">
              <a:lnSpc>
                <a:spcPct val="105000"/>
              </a:lnSpc>
              <a:buNone/>
              <a:defRPr sz="1200" b="0">
                <a:solidFill>
                  <a:srgbClr val="62798B"/>
                </a:solidFill>
                <a:latin typeface="Arial"/>
                <a:ea typeface="Arial"/>
                <a:cs typeface="Arial"/>
              </a:defRPr>
            </a:pPr>
            <a:r>
              <a:rPr sz="1200" b="0">
                <a:solidFill>
                  <a:srgbClr val="62798B"/>
                </a:solidFill>
                <a:latin typeface="Arial"/>
                <a:ea typeface="Arial"/>
                <a:cs typeface="Arial"/>
              </a:rPr>
              <a:t>Matching uses configured substrings; explanation and checks are authored fixtures.</a:t>
            </a:r>
          </a:p>
        </p:txBody>
      </p:sp>
      <p:sp>
        <p:nvSpPr>
          <p:cNvPr id="24" name="">
            <a:extLst xmlns:a="http://schemas.openxmlformats.org/drawingml/2006/main">
              <a:ext uri="{FF2B5EF4-FFF2-40B4-BE49-F238E27FC236}">
                <a16:creationId xmlns:a16="http://schemas.microsoft.com/office/drawing/2014/main" id="{EE4BC842-90D1-434C-B6CE-C4DF3D75850F}"/>
              </a:ext>
            </a:extLst>
          </p:cNvPr>
          <p:cNvSpPr>
            <a:spLocks xmlns:a="http://schemas.openxmlformats.org/drawingml/2006/main" noGrp="1"/>
          </p:cNvSpPr>
          <p:nvPr/>
        </p:nvSpPr>
        <p:spPr>
          <a:xfrm xmlns:a="http://schemas.openxmlformats.org/drawingml/2006/main">
            <a:off x="685800" y="5810250"/>
            <a:ext cx="1057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62798B"/>
                </a:solidFill>
                <a:latin typeface="Arial"/>
                <a:ea typeface="Arial"/>
                <a:cs typeface="Arial"/>
              </a:defRPr>
            </a:defPPr>
          </a:lstStyle>
          <a:p xmlns:a="http://schemas.openxmlformats.org/drawingml/2006/main">
            <a:pPr algn="l">
              <a:lnSpc>
                <a:spcPct val="105000"/>
              </a:lnSpc>
              <a:buNone/>
              <a:defRPr sz="1050" b="1">
                <a:solidFill>
                  <a:srgbClr val="62798B"/>
                </a:solidFill>
                <a:latin typeface="Arial"/>
                <a:ea typeface="Arial"/>
                <a:cs typeface="Arial"/>
              </a:defRPr>
            </a:pPr>
            <a:r>
              <a:rPr sz="1050" b="1">
                <a:solidFill>
                  <a:srgbClr val="62798B"/>
                </a:solidFill>
                <a:latin typeface="Arial"/>
                <a:ea typeface="Arial"/>
                <a:cs typeface="Arial"/>
              </a:rPr>
              <a:t>No source-code discovery  ·  no LLM  ·  no calibrated confidence score</a:t>
            </a:r>
          </a:p>
        </p:txBody>
      </p:sp>
    </p:spTree>
    <p:extLst>
      <p:ext uri="{BB962C8B-B14F-4D97-AF65-F5344CB8AC3E}">
        <p14:creationId xmlns:p14="http://schemas.microsoft.com/office/powerpoint/2010/main" val="1143476288"/>
      </p:ext>
    </p:extLst>
  </p:cSld>
</p:sld>
</file>

<file path=ppt/slides/slide4.xml><?xml version="1.0" encoding="utf-8"?>
<p:sld xmlns:p="http://schemas.openxmlformats.org/presentationml/2006/main">
  <p:cSld>
    <p:bg>
      <p:bgPr>
        <a:solidFill xmlns:a="http://schemas.openxmlformats.org/drawingml/2006/main">
          <a:srgbClr val="F2F7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21BA057E-465D-493E-9356-CC93FA5AF26A}"/>
              </a:ext>
            </a:extLst>
          </p:cNvPr>
          <p:cNvSpPr>
            <a:spLocks xmlns:a="http://schemas.openxmlformats.org/drawingml/2006/main" noGrp="1"/>
          </p:cNvSpPr>
          <p:nvPr/>
        </p:nvSpPr>
        <p:spPr>
          <a:xfrm xmlns:a="http://schemas.openxmlformats.org/drawingml/2006/main">
            <a:off x="609600" y="3048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3F7298"/>
                </a:solidFill>
                <a:latin typeface="Arial"/>
                <a:ea typeface="Arial"/>
                <a:cs typeface="Arial"/>
              </a:defRPr>
            </a:defPPr>
          </a:lstStyle>
          <a:p xmlns:a="http://schemas.openxmlformats.org/drawingml/2006/main">
            <a:pPr algn="l">
              <a:lnSpc>
                <a:spcPct val="105000"/>
              </a:lnSpc>
              <a:buNone/>
              <a:defRPr sz="975" b="1">
                <a:solidFill>
                  <a:srgbClr val="3F7298"/>
                </a:solidFill>
                <a:latin typeface="Arial"/>
                <a:ea typeface="Arial"/>
                <a:cs typeface="Arial"/>
              </a:defRPr>
            </a:pPr>
            <a:r>
              <a:rPr sz="975" b="1">
                <a:solidFill>
                  <a:srgbClr val="3F7298"/>
                </a:solidFill>
                <a:latin typeface="Arial"/>
                <a:ea typeface="Arial"/>
                <a:cs typeface="Arial"/>
              </a:rPr>
              <a:t>LOGLENSAI  /  PROVISIONING</a:t>
            </a:r>
          </a:p>
        </p:txBody>
      </p:sp>
      <p:sp>
        <p:nvSpPr>
          <p:cNvPr id="2" name="">
            <a:extLst xmlns:a="http://schemas.openxmlformats.org/drawingml/2006/main">
              <a:ext uri="{FF2B5EF4-FFF2-40B4-BE49-F238E27FC236}">
                <a16:creationId xmlns:a16="http://schemas.microsoft.com/office/drawing/2014/main" id="{0E09EF65-87B2-4DDA-8180-787ED220C9DB}"/>
              </a:ext>
            </a:extLst>
          </p:cNvPr>
          <p:cNvSpPr>
            <a:spLocks xmlns:a="http://schemas.openxmlformats.org/drawingml/2006/main" noGrp="1"/>
          </p:cNvSpPr>
          <p:nvPr/>
        </p:nvSpPr>
        <p:spPr>
          <a:xfrm xmlns:a="http://schemas.openxmlformats.org/drawingml/2006/main">
            <a:off x="11239500" y="323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62798B"/>
                </a:solidFill>
                <a:latin typeface="Arial"/>
                <a:ea typeface="Arial"/>
                <a:cs typeface="Arial"/>
              </a:defRPr>
            </a:defPPr>
          </a:lstStyle>
          <a:p xmlns:a="http://schemas.openxmlformats.org/drawingml/2006/main">
            <a:pPr algn="r">
              <a:lnSpc>
                <a:spcPct val="105000"/>
              </a:lnSpc>
              <a:buNone/>
              <a:defRPr sz="975" b="1">
                <a:solidFill>
                  <a:srgbClr val="62798B"/>
                </a:solidFill>
                <a:latin typeface="Arial"/>
                <a:ea typeface="Arial"/>
                <a:cs typeface="Arial"/>
              </a:defRPr>
            </a:pPr>
            <a:r>
              <a:rPr sz="975" b="1">
                <a:solidFill>
                  <a:srgbClr val="62798B"/>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6D2F3E0B-918A-48FE-9BC9-8F23C814B837}"/>
              </a:ext>
            </a:extLst>
          </p:cNvPr>
          <p:cNvSpPr>
            <a:spLocks xmlns:a="http://schemas.openxmlformats.org/drawingml/2006/main" noGrp="1"/>
          </p:cNvSpPr>
          <p:nvPr/>
        </p:nvSpPr>
        <p:spPr>
          <a:xfrm xmlns:a="http://schemas.openxmlformats.org/drawingml/2006/main">
            <a:off x="609600" y="685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29445C"/>
                </a:solidFill>
                <a:latin typeface="Arial"/>
                <a:ea typeface="Arial"/>
                <a:cs typeface="Arial"/>
              </a:defRPr>
            </a:defPPr>
          </a:lstStyle>
          <a:p xmlns:a="http://schemas.openxmlformats.org/drawingml/2006/main">
            <a:pPr algn="l">
              <a:lnSpc>
                <a:spcPct val="105000"/>
              </a:lnSpc>
              <a:buNone/>
              <a:defRPr sz="2700" b="1">
                <a:solidFill>
                  <a:srgbClr val="29445C"/>
                </a:solidFill>
                <a:latin typeface="Arial"/>
                <a:ea typeface="Arial"/>
                <a:cs typeface="Arial"/>
              </a:defRPr>
            </a:pPr>
            <a:r>
              <a:rPr sz="2700" b="1">
                <a:solidFill>
                  <a:srgbClr val="29445C"/>
                </a:solidFill>
                <a:latin typeface="Arial"/>
                <a:ea typeface="Arial"/>
                <a:cs typeface="Arial"/>
              </a:rPr>
              <a:t>Local architecture and trust boundaries</a:t>
            </a:r>
          </a:p>
        </p:txBody>
      </p:sp>
      <p:sp>
        <p:nvSpPr>
          <p:cNvPr id="4" name="">
            <a:extLst xmlns:a="http://schemas.openxmlformats.org/drawingml/2006/main">
              <a:ext uri="{FF2B5EF4-FFF2-40B4-BE49-F238E27FC236}">
                <a16:creationId xmlns:a16="http://schemas.microsoft.com/office/drawing/2014/main" id="{B169DA06-C3BF-420D-A923-ED0CFE16F565}"/>
              </a:ext>
            </a:extLst>
          </p:cNvPr>
          <p:cNvSpPr>
            <a:spLocks xmlns:a="http://schemas.openxmlformats.org/drawingml/2006/main" noGrp="1"/>
          </p:cNvSpPr>
          <p:nvPr/>
        </p:nvSpPr>
        <p:spPr>
          <a:xfrm xmlns:a="http://schemas.openxmlformats.org/drawingml/2006/main">
            <a:off x="609600" y="1352550"/>
            <a:ext cx="685800" cy="38100"/>
          </a:xfrm>
          <a:prstGeom xmlns:a="http://schemas.openxmlformats.org/drawingml/2006/main" prst="rect">
            <a:avLst/>
          </a:prstGeom>
          <a:solidFill xmlns:a="http://schemas.openxmlformats.org/drawingml/2006/main">
            <a:srgbClr val="83B3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8B13808-FA75-4909-A000-187FE7DE2651}"/>
              </a:ext>
            </a:extLst>
          </p:cNvPr>
          <p:cNvSpPr>
            <a:spLocks xmlns:a="http://schemas.openxmlformats.org/drawingml/2006/main" noGrp="1"/>
          </p:cNvSpPr>
          <p:nvPr/>
        </p:nvSpPr>
        <p:spPr>
          <a:xfrm xmlns:a="http://schemas.openxmlformats.org/drawingml/2006/main">
            <a:off x="609600" y="143827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62798B"/>
                </a:solidFill>
                <a:latin typeface="Arial"/>
                <a:ea typeface="Arial"/>
                <a:cs typeface="Arial"/>
              </a:defRPr>
            </a:defPPr>
          </a:lstStyle>
          <a:p xmlns:a="http://schemas.openxmlformats.org/drawingml/2006/main">
            <a:pPr algn="l">
              <a:lnSpc>
                <a:spcPct val="105000"/>
              </a:lnSpc>
              <a:buNone/>
              <a:defRPr sz="1350" b="0">
                <a:solidFill>
                  <a:srgbClr val="62798B"/>
                </a:solidFill>
                <a:latin typeface="Arial"/>
                <a:ea typeface="Arial"/>
                <a:cs typeface="Arial"/>
              </a:defRPr>
            </a:pPr>
            <a:r>
              <a:rPr sz="1350" b="0">
                <a:solidFill>
                  <a:srgbClr val="62798B"/>
                </a:solidFill>
                <a:latin typeface="Arial"/>
                <a:ea typeface="Arial"/>
                <a:cs typeface="Arial"/>
              </a:rPr>
              <a:t>Four local processes; synthetic files on two authenticated dummy hosts</a:t>
            </a:r>
          </a:p>
        </p:txBody>
      </p:sp>
      <p:sp>
        <p:nvSpPr>
          <p:cNvPr id="6" name="card">
            <a:extLst xmlns:a="http://schemas.openxmlformats.org/drawingml/2006/main">
              <a:ext uri="{FF2B5EF4-FFF2-40B4-BE49-F238E27FC236}">
                <a16:creationId xmlns:a16="http://schemas.microsoft.com/office/drawing/2014/main" id="{A710ADF3-9E93-44A1-9175-07F239423B8A}"/>
              </a:ext>
            </a:extLst>
          </p:cNvPr>
          <p:cNvSpPr>
            <a:spLocks xmlns:a="http://schemas.openxmlformats.org/drawingml/2006/main" noGrp="1"/>
          </p:cNvSpPr>
          <p:nvPr/>
        </p:nvSpPr>
        <p:spPr>
          <a:xfrm xmlns:a="http://schemas.openxmlformats.org/drawingml/2006/main">
            <a:off x="666750" y="2095500"/>
            <a:ext cx="2238375"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5E2ED"/>
            </a:solidFill>
            <a:prstDash val="solid"/>
          </a:ln>
        </p:spPr>
      </p:sp>
      <p:sp>
        <p:nvSpPr>
          <p:cNvPr id="7" name="">
            <a:extLst xmlns:a="http://schemas.openxmlformats.org/drawingml/2006/main">
              <a:ext uri="{FF2B5EF4-FFF2-40B4-BE49-F238E27FC236}">
                <a16:creationId xmlns:a16="http://schemas.microsoft.com/office/drawing/2014/main" id="{DEC68E26-FF59-4084-8296-ACD5B542E6BC}"/>
              </a:ext>
            </a:extLst>
          </p:cNvPr>
          <p:cNvSpPr>
            <a:spLocks xmlns:a="http://schemas.openxmlformats.org/drawingml/2006/main" noGrp="1"/>
          </p:cNvSpPr>
          <p:nvPr/>
        </p:nvSpPr>
        <p:spPr>
          <a:xfrm xmlns:a="http://schemas.openxmlformats.org/drawingml/2006/main">
            <a:off x="819150" y="2209800"/>
            <a:ext cx="193357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3F7298"/>
                </a:solidFill>
                <a:latin typeface="Arial"/>
                <a:ea typeface="Arial"/>
                <a:cs typeface="Arial"/>
              </a:defRPr>
            </a:defPPr>
          </a:lstStyle>
          <a:p xmlns:a="http://schemas.openxmlformats.org/drawingml/2006/main">
            <a:pPr algn="l">
              <a:lnSpc>
                <a:spcPct val="105000"/>
              </a:lnSpc>
              <a:buNone/>
              <a:defRPr sz="900" b="1">
                <a:solidFill>
                  <a:srgbClr val="3F7298"/>
                </a:solidFill>
                <a:latin typeface="Arial"/>
                <a:ea typeface="Arial"/>
                <a:cs typeface="Arial"/>
              </a:defRPr>
            </a:pPr>
            <a:r>
              <a:rPr sz="900" b="1">
                <a:solidFill>
                  <a:srgbClr val="3F7298"/>
                </a:solidFill>
                <a:latin typeface="Arial"/>
                <a:ea typeface="Arial"/>
                <a:cs typeface="Arial"/>
              </a:rPr>
              <a:t>UI</a:t>
            </a:r>
          </a:p>
        </p:txBody>
      </p:sp>
      <p:sp>
        <p:nvSpPr>
          <p:cNvPr id="8" name="">
            <a:extLst xmlns:a="http://schemas.openxmlformats.org/drawingml/2006/main">
              <a:ext uri="{FF2B5EF4-FFF2-40B4-BE49-F238E27FC236}">
                <a16:creationId xmlns:a16="http://schemas.microsoft.com/office/drawing/2014/main" id="{82C4D65C-0143-44E7-ADC1-3A35CC6D1083}"/>
              </a:ext>
            </a:extLst>
          </p:cNvPr>
          <p:cNvSpPr>
            <a:spLocks xmlns:a="http://schemas.openxmlformats.org/drawingml/2006/main" noGrp="1"/>
          </p:cNvSpPr>
          <p:nvPr/>
        </p:nvSpPr>
        <p:spPr>
          <a:xfrm xmlns:a="http://schemas.openxmlformats.org/drawingml/2006/main">
            <a:off x="819150" y="2457450"/>
            <a:ext cx="19335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9445C"/>
                </a:solidFill>
                <a:latin typeface="Arial"/>
                <a:ea typeface="Arial"/>
                <a:cs typeface="Arial"/>
              </a:defRPr>
            </a:defPPr>
          </a:lstStyle>
          <a:p xmlns:a="http://schemas.openxmlformats.org/drawingml/2006/main">
            <a:pPr algn="l">
              <a:lnSpc>
                <a:spcPct val="105000"/>
              </a:lnSpc>
              <a:buNone/>
              <a:defRPr sz="1500" b="1">
                <a:solidFill>
                  <a:srgbClr val="29445C"/>
                </a:solidFill>
                <a:latin typeface="Arial"/>
                <a:ea typeface="Arial"/>
                <a:cs typeface="Arial"/>
              </a:defRPr>
            </a:pPr>
            <a:r>
              <a:rPr sz="1500" b="1">
                <a:solidFill>
                  <a:srgbClr val="29445C"/>
                </a:solidFill>
                <a:latin typeface="Arial"/>
                <a:ea typeface="Arial"/>
                <a:cs typeface="Arial"/>
              </a:rPr>
              <a:t>Streamlit</a:t>
            </a:r>
          </a:p>
        </p:txBody>
      </p:sp>
      <p:sp>
        <p:nvSpPr>
          <p:cNvPr id="9" name="">
            <a:extLst xmlns:a="http://schemas.openxmlformats.org/drawingml/2006/main">
              <a:ext uri="{FF2B5EF4-FFF2-40B4-BE49-F238E27FC236}">
                <a16:creationId xmlns:a16="http://schemas.microsoft.com/office/drawing/2014/main" id="{804CC49A-E2C7-4AB3-B108-C9943E375632}"/>
              </a:ext>
            </a:extLst>
          </p:cNvPr>
          <p:cNvSpPr>
            <a:spLocks xmlns:a="http://schemas.openxmlformats.org/drawingml/2006/main" noGrp="1"/>
          </p:cNvSpPr>
          <p:nvPr/>
        </p:nvSpPr>
        <p:spPr>
          <a:xfrm xmlns:a="http://schemas.openxmlformats.org/drawingml/2006/main">
            <a:off x="819150" y="2800350"/>
            <a:ext cx="1933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62798B"/>
                </a:solidFill>
                <a:latin typeface="Arial"/>
                <a:ea typeface="Arial"/>
                <a:cs typeface="Arial"/>
              </a:defRPr>
            </a:defPPr>
          </a:lstStyle>
          <a:p xmlns:a="http://schemas.openxmlformats.org/drawingml/2006/main">
            <a:pPr algn="l">
              <a:lnSpc>
                <a:spcPct val="105000"/>
              </a:lnSpc>
              <a:buNone/>
              <a:defRPr sz="1050" b="0">
                <a:solidFill>
                  <a:srgbClr val="62798B"/>
                </a:solidFill>
                <a:latin typeface="Arial"/>
                <a:ea typeface="Arial"/>
                <a:cs typeface="Arial"/>
              </a:defRPr>
            </a:pPr>
            <a:r>
              <a:rPr sz="1050" b="0">
                <a:solidFill>
                  <a:srgbClr val="62798B"/>
                </a:solidFill>
                <a:latin typeface="Arial"/>
                <a:ea typeface="Arial"/>
                <a:cs typeface="Arial"/>
              </a:rPr>
              <a:t>Incident intake</a:t>
            </a:r>
          </a:p>
        </p:txBody>
      </p:sp>
      <p:sp>
        <p:nvSpPr>
          <p:cNvPr id="10" name="card">
            <a:extLst xmlns:a="http://schemas.openxmlformats.org/drawingml/2006/main">
              <a:ext uri="{FF2B5EF4-FFF2-40B4-BE49-F238E27FC236}">
                <a16:creationId xmlns:a16="http://schemas.microsoft.com/office/drawing/2014/main" id="{148C94BC-F6AB-4A99-A94E-9A742D6D3B58}"/>
              </a:ext>
            </a:extLst>
          </p:cNvPr>
          <p:cNvSpPr>
            <a:spLocks xmlns:a="http://schemas.openxmlformats.org/drawingml/2006/main" noGrp="1"/>
          </p:cNvSpPr>
          <p:nvPr/>
        </p:nvSpPr>
        <p:spPr>
          <a:xfrm xmlns:a="http://schemas.openxmlformats.org/drawingml/2006/main">
            <a:off x="3619500" y="2095500"/>
            <a:ext cx="2238375"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5E2ED"/>
            </a:solidFill>
            <a:prstDash val="solid"/>
          </a:ln>
        </p:spPr>
      </p:sp>
      <p:sp>
        <p:nvSpPr>
          <p:cNvPr id="11" name="">
            <a:extLst xmlns:a="http://schemas.openxmlformats.org/drawingml/2006/main">
              <a:ext uri="{FF2B5EF4-FFF2-40B4-BE49-F238E27FC236}">
                <a16:creationId xmlns:a16="http://schemas.microsoft.com/office/drawing/2014/main" id="{CBD3FA58-0B36-48E3-BDD5-4F63DE5C5D64}"/>
              </a:ext>
            </a:extLst>
          </p:cNvPr>
          <p:cNvSpPr>
            <a:spLocks xmlns:a="http://schemas.openxmlformats.org/drawingml/2006/main" noGrp="1"/>
          </p:cNvSpPr>
          <p:nvPr/>
        </p:nvSpPr>
        <p:spPr>
          <a:xfrm xmlns:a="http://schemas.openxmlformats.org/drawingml/2006/main">
            <a:off x="3771900" y="2209800"/>
            <a:ext cx="193357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3F7298"/>
                </a:solidFill>
                <a:latin typeface="Arial"/>
                <a:ea typeface="Arial"/>
                <a:cs typeface="Arial"/>
              </a:defRPr>
            </a:defPPr>
          </a:lstStyle>
          <a:p xmlns:a="http://schemas.openxmlformats.org/drawingml/2006/main">
            <a:pPr algn="l">
              <a:lnSpc>
                <a:spcPct val="105000"/>
              </a:lnSpc>
              <a:buNone/>
              <a:defRPr sz="900" b="1">
                <a:solidFill>
                  <a:srgbClr val="3F7298"/>
                </a:solidFill>
                <a:latin typeface="Arial"/>
                <a:ea typeface="Arial"/>
                <a:cs typeface="Arial"/>
              </a:defRPr>
            </a:pPr>
            <a:r>
              <a:rPr sz="900" b="1">
                <a:solidFill>
                  <a:srgbClr val="3F7298"/>
                </a:solidFill>
                <a:latin typeface="Arial"/>
                <a:ea typeface="Arial"/>
                <a:cs typeface="Arial"/>
              </a:rPr>
              <a:t>API</a:t>
            </a:r>
          </a:p>
        </p:txBody>
      </p:sp>
      <p:sp>
        <p:nvSpPr>
          <p:cNvPr id="12" name="">
            <a:extLst xmlns:a="http://schemas.openxmlformats.org/drawingml/2006/main">
              <a:ext uri="{FF2B5EF4-FFF2-40B4-BE49-F238E27FC236}">
                <a16:creationId xmlns:a16="http://schemas.microsoft.com/office/drawing/2014/main" id="{65B8CA3B-A4AE-4EFC-8B21-0967CA9F80DC}"/>
              </a:ext>
            </a:extLst>
          </p:cNvPr>
          <p:cNvSpPr>
            <a:spLocks xmlns:a="http://schemas.openxmlformats.org/drawingml/2006/main" noGrp="1"/>
          </p:cNvSpPr>
          <p:nvPr/>
        </p:nvSpPr>
        <p:spPr>
          <a:xfrm xmlns:a="http://schemas.openxmlformats.org/drawingml/2006/main">
            <a:off x="3771900" y="2457450"/>
            <a:ext cx="19335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9445C"/>
                </a:solidFill>
                <a:latin typeface="Arial"/>
                <a:ea typeface="Arial"/>
                <a:cs typeface="Arial"/>
              </a:defRPr>
            </a:defPPr>
          </a:lstStyle>
          <a:p xmlns:a="http://schemas.openxmlformats.org/drawingml/2006/main">
            <a:pPr algn="l">
              <a:lnSpc>
                <a:spcPct val="105000"/>
              </a:lnSpc>
              <a:buNone/>
              <a:defRPr sz="1500" b="1">
                <a:solidFill>
                  <a:srgbClr val="29445C"/>
                </a:solidFill>
                <a:latin typeface="Arial"/>
                <a:ea typeface="Arial"/>
                <a:cs typeface="Arial"/>
              </a:defRPr>
            </a:pPr>
            <a:r>
              <a:rPr sz="1500" b="1">
                <a:solidFill>
                  <a:srgbClr val="29445C"/>
                </a:solidFill>
                <a:latin typeface="Arial"/>
                <a:ea typeface="Arial"/>
                <a:cs typeface="Arial"/>
              </a:rPr>
              <a:t>FastAPI</a:t>
            </a:r>
          </a:p>
        </p:txBody>
      </p:sp>
      <p:sp>
        <p:nvSpPr>
          <p:cNvPr id="13" name="">
            <a:extLst xmlns:a="http://schemas.openxmlformats.org/drawingml/2006/main">
              <a:ext uri="{FF2B5EF4-FFF2-40B4-BE49-F238E27FC236}">
                <a16:creationId xmlns:a16="http://schemas.microsoft.com/office/drawing/2014/main" id="{52F2D80B-0195-46DD-B7FE-17E92D627016}"/>
              </a:ext>
            </a:extLst>
          </p:cNvPr>
          <p:cNvSpPr>
            <a:spLocks xmlns:a="http://schemas.openxmlformats.org/drawingml/2006/main" noGrp="1"/>
          </p:cNvSpPr>
          <p:nvPr/>
        </p:nvSpPr>
        <p:spPr>
          <a:xfrm xmlns:a="http://schemas.openxmlformats.org/drawingml/2006/main">
            <a:off x="3771900" y="2800350"/>
            <a:ext cx="19335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62798B"/>
                </a:solidFill>
                <a:latin typeface="Arial"/>
                <a:ea typeface="Arial"/>
                <a:cs typeface="Arial"/>
              </a:defRPr>
            </a:defPPr>
          </a:lstStyle>
          <a:p xmlns:a="http://schemas.openxmlformats.org/drawingml/2006/main">
            <a:pPr algn="l">
              <a:lnSpc>
                <a:spcPct val="105000"/>
              </a:lnSpc>
              <a:buNone/>
              <a:defRPr sz="1050" b="0">
                <a:solidFill>
                  <a:srgbClr val="62798B"/>
                </a:solidFill>
                <a:latin typeface="Arial"/>
                <a:ea typeface="Arial"/>
                <a:cs typeface="Arial"/>
              </a:defRPr>
            </a:pPr>
            <a:r>
              <a:rPr sz="1050" b="0">
                <a:solidFill>
                  <a:srgbClr val="62798B"/>
                </a:solidFill>
                <a:latin typeface="Arial"/>
                <a:ea typeface="Arial"/>
                <a:cs typeface="Arial"/>
              </a:rPr>
              <a:t>POST /investigate</a:t>
            </a:r>
          </a:p>
        </p:txBody>
      </p:sp>
      <p:sp>
        <p:nvSpPr>
          <p:cNvPr id="14" name="card">
            <a:extLst xmlns:a="http://schemas.openxmlformats.org/drawingml/2006/main">
              <a:ext uri="{FF2B5EF4-FFF2-40B4-BE49-F238E27FC236}">
                <a16:creationId xmlns:a16="http://schemas.microsoft.com/office/drawing/2014/main" id="{D27F5C48-DD19-4C30-B513-EBFB53F09C49}"/>
              </a:ext>
            </a:extLst>
          </p:cNvPr>
          <p:cNvSpPr>
            <a:spLocks xmlns:a="http://schemas.openxmlformats.org/drawingml/2006/main" noGrp="1"/>
          </p:cNvSpPr>
          <p:nvPr/>
        </p:nvSpPr>
        <p:spPr>
          <a:xfrm xmlns:a="http://schemas.openxmlformats.org/drawingml/2006/main">
            <a:off x="6572250" y="2095500"/>
            <a:ext cx="2381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5E2ED"/>
            </a:solidFill>
            <a:prstDash val="solid"/>
          </a:ln>
        </p:spPr>
      </p:sp>
      <p:sp>
        <p:nvSpPr>
          <p:cNvPr id="15" name="">
            <a:extLst xmlns:a="http://schemas.openxmlformats.org/drawingml/2006/main">
              <a:ext uri="{FF2B5EF4-FFF2-40B4-BE49-F238E27FC236}">
                <a16:creationId xmlns:a16="http://schemas.microsoft.com/office/drawing/2014/main" id="{CD5E6A1D-1D65-4351-8EA7-E315E21D967C}"/>
              </a:ext>
            </a:extLst>
          </p:cNvPr>
          <p:cNvSpPr>
            <a:spLocks xmlns:a="http://schemas.openxmlformats.org/drawingml/2006/main" noGrp="1"/>
          </p:cNvSpPr>
          <p:nvPr/>
        </p:nvSpPr>
        <p:spPr>
          <a:xfrm xmlns:a="http://schemas.openxmlformats.org/drawingml/2006/main">
            <a:off x="6724650" y="2209800"/>
            <a:ext cx="20764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3F7298"/>
                </a:solidFill>
                <a:latin typeface="Arial"/>
                <a:ea typeface="Arial"/>
                <a:cs typeface="Arial"/>
              </a:defRPr>
            </a:defPPr>
          </a:lstStyle>
          <a:p xmlns:a="http://schemas.openxmlformats.org/drawingml/2006/main">
            <a:pPr algn="l">
              <a:lnSpc>
                <a:spcPct val="105000"/>
              </a:lnSpc>
              <a:buNone/>
              <a:defRPr sz="900" b="1">
                <a:solidFill>
                  <a:srgbClr val="3F7298"/>
                </a:solidFill>
                <a:latin typeface="Arial"/>
                <a:ea typeface="Arial"/>
                <a:cs typeface="Arial"/>
              </a:defRPr>
            </a:pPr>
            <a:r>
              <a:rPr sz="900" b="1">
                <a:solidFill>
                  <a:srgbClr val="3F7298"/>
                </a:solidFill>
                <a:latin typeface="Arial"/>
                <a:ea typeface="Arial"/>
                <a:cs typeface="Arial"/>
              </a:rPr>
              <a:t>CONTROLLER</a:t>
            </a:r>
          </a:p>
        </p:txBody>
      </p:sp>
      <p:sp>
        <p:nvSpPr>
          <p:cNvPr id="16" name="">
            <a:extLst xmlns:a="http://schemas.openxmlformats.org/drawingml/2006/main">
              <a:ext uri="{FF2B5EF4-FFF2-40B4-BE49-F238E27FC236}">
                <a16:creationId xmlns:a16="http://schemas.microsoft.com/office/drawing/2014/main" id="{234767B3-ACD2-4469-91E2-5200A5CEA5F3}"/>
              </a:ext>
            </a:extLst>
          </p:cNvPr>
          <p:cNvSpPr>
            <a:spLocks xmlns:a="http://schemas.openxmlformats.org/drawingml/2006/main" noGrp="1"/>
          </p:cNvSpPr>
          <p:nvPr/>
        </p:nvSpPr>
        <p:spPr>
          <a:xfrm xmlns:a="http://schemas.openxmlformats.org/drawingml/2006/main">
            <a:off x="6724650" y="2457450"/>
            <a:ext cx="207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9445C"/>
                </a:solidFill>
                <a:latin typeface="Arial"/>
                <a:ea typeface="Arial"/>
                <a:cs typeface="Arial"/>
              </a:defRPr>
            </a:defPPr>
          </a:lstStyle>
          <a:p xmlns:a="http://schemas.openxmlformats.org/drawingml/2006/main">
            <a:pPr algn="l">
              <a:lnSpc>
                <a:spcPct val="105000"/>
              </a:lnSpc>
              <a:buNone/>
              <a:defRPr sz="1500" b="1">
                <a:solidFill>
                  <a:srgbClr val="29445C"/>
                </a:solidFill>
                <a:latin typeface="Arial"/>
                <a:ea typeface="Arial"/>
                <a:cs typeface="Arial"/>
              </a:defRPr>
            </a:pPr>
            <a:r>
              <a:rPr sz="1500" b="1">
                <a:solidFill>
                  <a:srgbClr val="29445C"/>
                </a:solidFill>
                <a:latin typeface="Arial"/>
                <a:ea typeface="Arial"/>
                <a:cs typeface="Arial"/>
              </a:rPr>
              <a:t>Jenkins-compatible</a:t>
            </a:r>
          </a:p>
        </p:txBody>
      </p:sp>
      <p:sp>
        <p:nvSpPr>
          <p:cNvPr id="17" name="">
            <a:extLst xmlns:a="http://schemas.openxmlformats.org/drawingml/2006/main">
              <a:ext uri="{FF2B5EF4-FFF2-40B4-BE49-F238E27FC236}">
                <a16:creationId xmlns:a16="http://schemas.microsoft.com/office/drawing/2014/main" id="{D74A89C7-4D36-40CF-8557-721B00871B2C}"/>
              </a:ext>
            </a:extLst>
          </p:cNvPr>
          <p:cNvSpPr>
            <a:spLocks xmlns:a="http://schemas.openxmlformats.org/drawingml/2006/main" noGrp="1"/>
          </p:cNvSpPr>
          <p:nvPr/>
        </p:nvSpPr>
        <p:spPr>
          <a:xfrm xmlns:a="http://schemas.openxmlformats.org/drawingml/2006/main">
            <a:off x="6724650" y="280035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62798B"/>
                </a:solidFill>
                <a:latin typeface="Arial"/>
                <a:ea typeface="Arial"/>
                <a:cs typeface="Arial"/>
              </a:defRPr>
            </a:defPPr>
          </a:lstStyle>
          <a:p xmlns:a="http://schemas.openxmlformats.org/drawingml/2006/main">
            <a:pPr algn="l">
              <a:lnSpc>
                <a:spcPct val="105000"/>
              </a:lnSpc>
              <a:buNone/>
              <a:defRPr sz="1050" b="0">
                <a:solidFill>
                  <a:srgbClr val="62798B"/>
                </a:solidFill>
                <a:latin typeface="Arial"/>
                <a:ea typeface="Arial"/>
                <a:cs typeface="Arial"/>
              </a:defRPr>
            </a:pPr>
            <a:r>
              <a:rPr sz="1050" b="0">
                <a:solidFill>
                  <a:srgbClr val="62798B"/>
                </a:solidFill>
                <a:latin typeface="Arial"/>
                <a:ea typeface="Arial"/>
                <a:cs typeface="Arial"/>
              </a:rPr>
              <a:t>Local demo endpoint</a:t>
            </a:r>
          </a:p>
        </p:txBody>
      </p:sp>
      <p:sp>
        <p:nvSpPr>
          <p:cNvPr id="18" name="card">
            <a:extLst xmlns:a="http://schemas.openxmlformats.org/drawingml/2006/main">
              <a:ext uri="{FF2B5EF4-FFF2-40B4-BE49-F238E27FC236}">
                <a16:creationId xmlns:a16="http://schemas.microsoft.com/office/drawing/2014/main" id="{A56214B4-78DC-45F2-BBD7-4D9F118A0FB0}"/>
              </a:ext>
            </a:extLst>
          </p:cNvPr>
          <p:cNvSpPr>
            <a:spLocks xmlns:a="http://schemas.openxmlformats.org/drawingml/2006/main" noGrp="1"/>
          </p:cNvSpPr>
          <p:nvPr/>
        </p:nvSpPr>
        <p:spPr>
          <a:xfrm xmlns:a="http://schemas.openxmlformats.org/drawingml/2006/main">
            <a:off x="9620250" y="1885950"/>
            <a:ext cx="1952625"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5E2ED"/>
            </a:solidFill>
            <a:prstDash val="solid"/>
          </a:ln>
        </p:spPr>
      </p:sp>
      <p:sp>
        <p:nvSpPr>
          <p:cNvPr id="19" name="">
            <a:extLst xmlns:a="http://schemas.openxmlformats.org/drawingml/2006/main">
              <a:ext uri="{FF2B5EF4-FFF2-40B4-BE49-F238E27FC236}">
                <a16:creationId xmlns:a16="http://schemas.microsoft.com/office/drawing/2014/main" id="{2F73309E-F68D-45D8-8BE9-0AB01C2EEC07}"/>
              </a:ext>
            </a:extLst>
          </p:cNvPr>
          <p:cNvSpPr>
            <a:spLocks xmlns:a="http://schemas.openxmlformats.org/drawingml/2006/main" noGrp="1"/>
          </p:cNvSpPr>
          <p:nvPr/>
        </p:nvSpPr>
        <p:spPr>
          <a:xfrm xmlns:a="http://schemas.openxmlformats.org/drawingml/2006/main">
            <a:off x="9772650" y="2000250"/>
            <a:ext cx="16478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3F7298"/>
                </a:solidFill>
                <a:latin typeface="Arial"/>
                <a:ea typeface="Arial"/>
                <a:cs typeface="Arial"/>
              </a:defRPr>
            </a:defPPr>
          </a:lstStyle>
          <a:p xmlns:a="http://schemas.openxmlformats.org/drawingml/2006/main">
            <a:pPr algn="l">
              <a:lnSpc>
                <a:spcPct val="105000"/>
              </a:lnSpc>
              <a:buNone/>
              <a:defRPr sz="900" b="1">
                <a:solidFill>
                  <a:srgbClr val="3F7298"/>
                </a:solidFill>
                <a:latin typeface="Arial"/>
                <a:ea typeface="Arial"/>
                <a:cs typeface="Arial"/>
              </a:defRPr>
            </a:pPr>
            <a:r>
              <a:rPr sz="900" b="1">
                <a:solidFill>
                  <a:srgbClr val="3F7298"/>
                </a:solidFill>
                <a:latin typeface="Arial"/>
                <a:ea typeface="Arial"/>
                <a:cs typeface="Arial"/>
              </a:rPr>
              <a:t>DUMMY HOSTS</a:t>
            </a:r>
          </a:p>
        </p:txBody>
      </p:sp>
      <p:sp>
        <p:nvSpPr>
          <p:cNvPr id="20" name="">
            <a:extLst xmlns:a="http://schemas.openxmlformats.org/drawingml/2006/main">
              <a:ext uri="{FF2B5EF4-FFF2-40B4-BE49-F238E27FC236}">
                <a16:creationId xmlns:a16="http://schemas.microsoft.com/office/drawing/2014/main" id="{615895C5-3D13-4A3E-A6D1-A0E9034D4889}"/>
              </a:ext>
            </a:extLst>
          </p:cNvPr>
          <p:cNvSpPr>
            <a:spLocks xmlns:a="http://schemas.openxmlformats.org/drawingml/2006/main" noGrp="1"/>
          </p:cNvSpPr>
          <p:nvPr/>
        </p:nvSpPr>
        <p:spPr>
          <a:xfrm xmlns:a="http://schemas.openxmlformats.org/drawingml/2006/main">
            <a:off x="9772650" y="2247900"/>
            <a:ext cx="1647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9445C"/>
                </a:solidFill>
                <a:latin typeface="Arial"/>
                <a:ea typeface="Arial"/>
                <a:cs typeface="Arial"/>
              </a:defRPr>
            </a:defPPr>
          </a:lstStyle>
          <a:p xmlns:a="http://schemas.openxmlformats.org/drawingml/2006/main">
            <a:pPr algn="l">
              <a:lnSpc>
                <a:spcPct val="105000"/>
              </a:lnSpc>
              <a:buNone/>
              <a:defRPr sz="1500" b="1">
                <a:solidFill>
                  <a:srgbClr val="29445C"/>
                </a:solidFill>
                <a:latin typeface="Arial"/>
                <a:ea typeface="Arial"/>
                <a:cs typeface="Arial"/>
              </a:defRPr>
            </a:pPr>
            <a:r>
              <a:rPr sz="1500" b="1">
                <a:solidFill>
                  <a:srgbClr val="29445C"/>
                </a:solidFill>
                <a:latin typeface="Arial"/>
                <a:ea typeface="Arial"/>
                <a:cs typeface="Arial"/>
              </a:rPr>
              <a:t>2 servers</a:t>
            </a:r>
          </a:p>
        </p:txBody>
      </p:sp>
      <p:sp>
        <p:nvSpPr>
          <p:cNvPr id="21" name="">
            <a:extLst xmlns:a="http://schemas.openxmlformats.org/drawingml/2006/main">
              <a:ext uri="{FF2B5EF4-FFF2-40B4-BE49-F238E27FC236}">
                <a16:creationId xmlns:a16="http://schemas.microsoft.com/office/drawing/2014/main" id="{FB9A9C2A-DD89-4F9A-91BB-09C2F4511A7E}"/>
              </a:ext>
            </a:extLst>
          </p:cNvPr>
          <p:cNvSpPr>
            <a:spLocks xmlns:a="http://schemas.openxmlformats.org/drawingml/2006/main" noGrp="1"/>
          </p:cNvSpPr>
          <p:nvPr/>
        </p:nvSpPr>
        <p:spPr>
          <a:xfrm xmlns:a="http://schemas.openxmlformats.org/drawingml/2006/main">
            <a:off x="9772650" y="2590800"/>
            <a:ext cx="16478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62798B"/>
                </a:solidFill>
                <a:latin typeface="Arial"/>
                <a:ea typeface="Arial"/>
                <a:cs typeface="Arial"/>
              </a:defRPr>
            </a:defPPr>
          </a:lstStyle>
          <a:p xmlns:a="http://schemas.openxmlformats.org/drawingml/2006/main">
            <a:pPr algn="l">
              <a:lnSpc>
                <a:spcPct val="105000"/>
              </a:lnSpc>
              <a:buNone/>
              <a:defRPr sz="1050" b="0">
                <a:solidFill>
                  <a:srgbClr val="62798B"/>
                </a:solidFill>
                <a:latin typeface="Arial"/>
                <a:ea typeface="Arial"/>
                <a:cs typeface="Arial"/>
              </a:defRPr>
            </a:pPr>
            <a:r>
              <a:rPr sz="1050" b="0">
                <a:solidFill>
                  <a:srgbClr val="62798B"/>
                </a:solidFill>
                <a:latin typeface="Arial"/>
                <a:ea typeface="Arial"/>
                <a:cs typeface="Arial"/>
              </a:rPr>
              <a:t>Hosted + Premise JSONL</a:t>
            </a:r>
          </a:p>
        </p:txBody>
      </p:sp>
      <p:sp>
        <p:nvSpPr>
          <p:cNvPr id="22" name="">
            <a:extLst xmlns:a="http://schemas.openxmlformats.org/drawingml/2006/main">
              <a:ext uri="{FF2B5EF4-FFF2-40B4-BE49-F238E27FC236}">
                <a16:creationId xmlns:a16="http://schemas.microsoft.com/office/drawing/2014/main" id="{BF253A3F-0BEB-42F7-83F4-BB5061A325A3}"/>
              </a:ext>
            </a:extLst>
          </p:cNvPr>
          <p:cNvSpPr>
            <a:spLocks xmlns:a="http://schemas.openxmlformats.org/drawingml/2006/main" noGrp="1"/>
          </p:cNvSpPr>
          <p:nvPr/>
        </p:nvSpPr>
        <p:spPr>
          <a:xfrm xmlns:a="http://schemas.openxmlformats.org/drawingml/2006/main">
            <a:off x="2990850" y="2419350"/>
            <a:ext cx="514350" cy="342900"/>
          </a:xfrm>
          <a:prstGeom xmlns:a="http://schemas.openxmlformats.org/drawingml/2006/main" prst="rightArrow">
            <a:avLst/>
          </a:prstGeom>
          <a:solidFill xmlns:a="http://schemas.openxmlformats.org/drawingml/2006/main">
            <a:srgbClr val="83B3D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3348F43-4884-4CA8-8E9C-4D025EE0B090}"/>
              </a:ext>
            </a:extLst>
          </p:cNvPr>
          <p:cNvSpPr>
            <a:spLocks xmlns:a="http://schemas.openxmlformats.org/drawingml/2006/main" noGrp="1"/>
          </p:cNvSpPr>
          <p:nvPr/>
        </p:nvSpPr>
        <p:spPr>
          <a:xfrm xmlns:a="http://schemas.openxmlformats.org/drawingml/2006/main">
            <a:off x="5943600" y="2419350"/>
            <a:ext cx="514350" cy="342900"/>
          </a:xfrm>
          <a:prstGeom xmlns:a="http://schemas.openxmlformats.org/drawingml/2006/main" prst="rightArrow">
            <a:avLst/>
          </a:prstGeom>
          <a:solidFill xmlns:a="http://schemas.openxmlformats.org/drawingml/2006/main">
            <a:srgbClr val="83B3D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39BD638-6D4F-4977-BB22-507D747E062F}"/>
              </a:ext>
            </a:extLst>
          </p:cNvPr>
          <p:cNvSpPr>
            <a:spLocks xmlns:a="http://schemas.openxmlformats.org/drawingml/2006/main" noGrp="1"/>
          </p:cNvSpPr>
          <p:nvPr/>
        </p:nvSpPr>
        <p:spPr>
          <a:xfrm xmlns:a="http://schemas.openxmlformats.org/drawingml/2006/main">
            <a:off x="9010650" y="2419350"/>
            <a:ext cx="514350" cy="342900"/>
          </a:xfrm>
          <a:prstGeom xmlns:a="http://schemas.openxmlformats.org/drawingml/2006/main" prst="rightArrow">
            <a:avLst/>
          </a:prstGeom>
          <a:solidFill xmlns:a="http://schemas.openxmlformats.org/drawingml/2006/main">
            <a:srgbClr val="83B3D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0753AC4-5FCF-49F9-8AC8-F59DC55E02F7}"/>
              </a:ext>
            </a:extLst>
          </p:cNvPr>
          <p:cNvSpPr>
            <a:spLocks xmlns:a="http://schemas.openxmlformats.org/drawingml/2006/main" noGrp="1"/>
          </p:cNvSpPr>
          <p:nvPr/>
        </p:nvSpPr>
        <p:spPr>
          <a:xfrm xmlns:a="http://schemas.openxmlformats.org/drawingml/2006/main">
            <a:off x="2990850" y="31813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62798B"/>
                </a:solidFill>
                <a:latin typeface="Arial"/>
                <a:ea typeface="Arial"/>
                <a:cs typeface="Arial"/>
              </a:defRPr>
            </a:defPPr>
          </a:lstStyle>
          <a:p xmlns:a="http://schemas.openxmlformats.org/drawingml/2006/main">
            <a:pPr algn="ctr">
              <a:lnSpc>
                <a:spcPct val="105000"/>
              </a:lnSpc>
              <a:buNone/>
              <a:defRPr sz="825" b="0">
                <a:solidFill>
                  <a:srgbClr val="62798B"/>
                </a:solidFill>
                <a:latin typeface="Arial"/>
                <a:ea typeface="Arial"/>
                <a:cs typeface="Arial"/>
              </a:defRPr>
            </a:pPr>
            <a:r>
              <a:rPr sz="825" b="0">
                <a:solidFill>
                  <a:srgbClr val="62798B"/>
                </a:solidFill>
                <a:latin typeface="Arial"/>
                <a:ea typeface="Arial"/>
                <a:cs typeface="Arial"/>
              </a:rPr>
              <a:t>HTTP Basic</a:t>
            </a:r>
          </a:p>
        </p:txBody>
      </p:sp>
      <p:sp>
        <p:nvSpPr>
          <p:cNvPr id="26" name="">
            <a:extLst xmlns:a="http://schemas.openxmlformats.org/drawingml/2006/main">
              <a:ext uri="{FF2B5EF4-FFF2-40B4-BE49-F238E27FC236}">
                <a16:creationId xmlns:a16="http://schemas.microsoft.com/office/drawing/2014/main" id="{A63B6E6F-2C92-4233-B8C3-E3F368C632F7}"/>
              </a:ext>
            </a:extLst>
          </p:cNvPr>
          <p:cNvSpPr>
            <a:spLocks xmlns:a="http://schemas.openxmlformats.org/drawingml/2006/main" noGrp="1"/>
          </p:cNvSpPr>
          <p:nvPr/>
        </p:nvSpPr>
        <p:spPr>
          <a:xfrm xmlns:a="http://schemas.openxmlformats.org/drawingml/2006/main">
            <a:off x="6057900" y="31813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62798B"/>
                </a:solidFill>
                <a:latin typeface="Arial"/>
                <a:ea typeface="Arial"/>
                <a:cs typeface="Arial"/>
              </a:defRPr>
            </a:defPPr>
          </a:lstStyle>
          <a:p xmlns:a="http://schemas.openxmlformats.org/drawingml/2006/main">
            <a:pPr algn="ctr">
              <a:lnSpc>
                <a:spcPct val="105000"/>
              </a:lnSpc>
              <a:buNone/>
              <a:defRPr sz="825" b="0">
                <a:solidFill>
                  <a:srgbClr val="62798B"/>
                </a:solidFill>
                <a:latin typeface="Arial"/>
                <a:ea typeface="Arial"/>
                <a:cs typeface="Arial"/>
              </a:defRPr>
            </a:pPr>
            <a:r>
              <a:rPr sz="825" b="0">
                <a:solidFill>
                  <a:srgbClr val="62798B"/>
                </a:solidFill>
                <a:latin typeface="Arial"/>
                <a:ea typeface="Arial"/>
                <a:cs typeface="Arial"/>
              </a:rPr>
              <a:t>HTTP Basic</a:t>
            </a:r>
          </a:p>
        </p:txBody>
      </p:sp>
      <p:sp>
        <p:nvSpPr>
          <p:cNvPr id="27" name="card">
            <a:extLst xmlns:a="http://schemas.openxmlformats.org/drawingml/2006/main">
              <a:ext uri="{FF2B5EF4-FFF2-40B4-BE49-F238E27FC236}">
                <a16:creationId xmlns:a16="http://schemas.microsoft.com/office/drawing/2014/main" id="{45FEA7DC-2CD4-469C-8DC6-3C46E8DB23E3}"/>
              </a:ext>
            </a:extLst>
          </p:cNvPr>
          <p:cNvSpPr>
            <a:spLocks xmlns:a="http://schemas.openxmlformats.org/drawingml/2006/main" noGrp="1"/>
          </p:cNvSpPr>
          <p:nvPr/>
        </p:nvSpPr>
        <p:spPr>
          <a:xfrm xmlns:a="http://schemas.openxmlformats.org/drawingml/2006/main">
            <a:off x="666750" y="3829050"/>
            <a:ext cx="10906125" cy="1504950"/>
          </a:xfrm>
          <a:prstGeom xmlns:a="http://schemas.openxmlformats.org/drawingml/2006/main" prst="roundRect">
            <a:avLst>
              <a:gd name="adj" fmla="val 5063"/>
            </a:avLst>
          </a:prstGeom>
          <a:solidFill xmlns:a="http://schemas.openxmlformats.org/drawingml/2006/main">
            <a:srgbClr val="E7F1F8"/>
          </a:solidFill>
          <a:ln xmlns:a="http://schemas.openxmlformats.org/drawingml/2006/main" w="9525">
            <a:solidFill>
              <a:srgbClr val="D5E2ED"/>
            </a:solidFill>
            <a:prstDash val="solid"/>
          </a:ln>
        </p:spPr>
      </p:sp>
      <p:sp>
        <p:nvSpPr>
          <p:cNvPr id="28" name="">
            <a:extLst xmlns:a="http://schemas.openxmlformats.org/drawingml/2006/main">
              <a:ext uri="{FF2B5EF4-FFF2-40B4-BE49-F238E27FC236}">
                <a16:creationId xmlns:a16="http://schemas.microsoft.com/office/drawing/2014/main" id="{9A7BBDFD-CC90-4B6B-9D7A-1033DB29BE81}"/>
              </a:ext>
            </a:extLst>
          </p:cNvPr>
          <p:cNvSpPr>
            <a:spLocks xmlns:a="http://schemas.openxmlformats.org/drawingml/2006/main" noGrp="1"/>
          </p:cNvSpPr>
          <p:nvPr/>
        </p:nvSpPr>
        <p:spPr>
          <a:xfrm xmlns:a="http://schemas.openxmlformats.org/drawingml/2006/main">
            <a:off x="914400" y="40386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3F7298"/>
                </a:solidFill>
                <a:latin typeface="Arial"/>
                <a:ea typeface="Arial"/>
                <a:cs typeface="Arial"/>
              </a:defRPr>
            </a:defPPr>
          </a:lstStyle>
          <a:p xmlns:a="http://schemas.openxmlformats.org/drawingml/2006/main">
            <a:pPr algn="l">
              <a:lnSpc>
                <a:spcPct val="105000"/>
              </a:lnSpc>
              <a:buNone/>
              <a:defRPr sz="975" b="1">
                <a:solidFill>
                  <a:srgbClr val="3F7298"/>
                </a:solidFill>
                <a:latin typeface="Arial"/>
                <a:ea typeface="Arial"/>
                <a:cs typeface="Arial"/>
              </a:defRPr>
            </a:pPr>
            <a:r>
              <a:rPr sz="975" b="1">
                <a:solidFill>
                  <a:srgbClr val="3F7298"/>
                </a:solidFill>
                <a:latin typeface="Arial"/>
                <a:ea typeface="Arial"/>
                <a:cs typeface="Arial"/>
              </a:rPr>
              <a:t>EVIDENCE RETURNED TO THE UI</a:t>
            </a:r>
          </a:p>
        </p:txBody>
      </p:sp>
      <p:sp>
        <p:nvSpPr>
          <p:cNvPr id="29" name="">
            <a:extLst xmlns:a="http://schemas.openxmlformats.org/drawingml/2006/main">
              <a:ext uri="{FF2B5EF4-FFF2-40B4-BE49-F238E27FC236}">
                <a16:creationId xmlns:a16="http://schemas.microsoft.com/office/drawing/2014/main" id="{4DFB332A-0C78-48D4-B403-0C12F92CFB36}"/>
              </a:ext>
            </a:extLst>
          </p:cNvPr>
          <p:cNvSpPr>
            <a:spLocks xmlns:a="http://schemas.openxmlformats.org/drawingml/2006/main" noGrp="1"/>
          </p:cNvSpPr>
          <p:nvPr/>
        </p:nvSpPr>
        <p:spPr>
          <a:xfrm xmlns:a="http://schemas.openxmlformats.org/drawingml/2006/main">
            <a:off x="914400" y="4419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9445C"/>
                </a:solidFill>
                <a:latin typeface="Arial"/>
                <a:ea typeface="Arial"/>
                <a:cs typeface="Arial"/>
              </a:defRPr>
            </a:defPPr>
          </a:lstStyle>
          <a:p xmlns:a="http://schemas.openxmlformats.org/drawingml/2006/main">
            <a:pPr algn="l">
              <a:lnSpc>
                <a:spcPct val="105000"/>
              </a:lnSpc>
              <a:buNone/>
              <a:defRPr sz="1425" b="1">
                <a:solidFill>
                  <a:srgbClr val="29445C"/>
                </a:solidFill>
                <a:latin typeface="Arial"/>
                <a:ea typeface="Arial"/>
                <a:cs typeface="Arial"/>
              </a:defRPr>
            </a:pPr>
            <a:r>
              <a:rPr sz="1425" b="1">
                <a:solidFill>
                  <a:srgbClr val="29445C"/>
                </a:solidFill>
                <a:latin typeface="Arial"/>
                <a:ea typeface="Arial"/>
                <a:cs typeface="Arial"/>
              </a:rPr>
              <a:t>Order request / response</a:t>
            </a:r>
          </a:p>
        </p:txBody>
      </p:sp>
      <p:sp>
        <p:nvSpPr>
          <p:cNvPr id="30" name="">
            <a:extLst xmlns:a="http://schemas.openxmlformats.org/drawingml/2006/main">
              <a:ext uri="{FF2B5EF4-FFF2-40B4-BE49-F238E27FC236}">
                <a16:creationId xmlns:a16="http://schemas.microsoft.com/office/drawing/2014/main" id="{8C19C59D-4BA2-47E7-BB31-5499C299B980}"/>
              </a:ext>
            </a:extLst>
          </p:cNvPr>
          <p:cNvSpPr>
            <a:spLocks xmlns:a="http://schemas.openxmlformats.org/drawingml/2006/main" noGrp="1"/>
          </p:cNvSpPr>
          <p:nvPr/>
        </p:nvSpPr>
        <p:spPr>
          <a:xfrm xmlns:a="http://schemas.openxmlformats.org/drawingml/2006/main">
            <a:off x="4095750" y="4419600"/>
            <a:ext cx="3524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9445C"/>
                </a:solidFill>
                <a:latin typeface="Arial"/>
                <a:ea typeface="Arial"/>
                <a:cs typeface="Arial"/>
              </a:defRPr>
            </a:defPPr>
          </a:lstStyle>
          <a:p xmlns:a="http://schemas.openxmlformats.org/drawingml/2006/main">
            <a:pPr algn="l">
              <a:lnSpc>
                <a:spcPct val="105000"/>
              </a:lnSpc>
              <a:buNone/>
              <a:defRPr sz="1425" b="1">
                <a:solidFill>
                  <a:srgbClr val="29445C"/>
                </a:solidFill>
                <a:latin typeface="Arial"/>
                <a:ea typeface="Arial"/>
                <a:cs typeface="Arial"/>
              </a:defRPr>
            </a:pPr>
            <a:r>
              <a:rPr sz="1425" b="1">
                <a:solidFill>
                  <a:srgbClr val="29445C"/>
                </a:solidFill>
                <a:latin typeface="Arial"/>
                <a:ea typeface="Arial"/>
                <a:cs typeface="Arial"/>
              </a:rPr>
              <a:t>Downstream request / response</a:t>
            </a:r>
          </a:p>
        </p:txBody>
      </p:sp>
      <p:sp>
        <p:nvSpPr>
          <p:cNvPr id="31" name="">
            <a:extLst xmlns:a="http://schemas.openxmlformats.org/drawingml/2006/main">
              <a:ext uri="{FF2B5EF4-FFF2-40B4-BE49-F238E27FC236}">
                <a16:creationId xmlns:a16="http://schemas.microsoft.com/office/drawing/2014/main" id="{C2514D88-7FA3-4AE2-864A-07676F6D968E}"/>
              </a:ext>
            </a:extLst>
          </p:cNvPr>
          <p:cNvSpPr>
            <a:spLocks xmlns:a="http://schemas.openxmlformats.org/drawingml/2006/main" noGrp="1"/>
          </p:cNvSpPr>
          <p:nvPr/>
        </p:nvSpPr>
        <p:spPr>
          <a:xfrm xmlns:a="http://schemas.openxmlformats.org/drawingml/2006/main">
            <a:off x="8039100" y="4419600"/>
            <a:ext cx="3095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9445C"/>
                </a:solidFill>
                <a:latin typeface="Arial"/>
                <a:ea typeface="Arial"/>
                <a:cs typeface="Arial"/>
              </a:defRPr>
            </a:defPPr>
          </a:lstStyle>
          <a:p xmlns:a="http://schemas.openxmlformats.org/drawingml/2006/main">
            <a:pPr algn="l">
              <a:lnSpc>
                <a:spcPct val="105000"/>
              </a:lnSpc>
              <a:buNone/>
              <a:defRPr sz="1425" b="1">
                <a:solidFill>
                  <a:srgbClr val="29445C"/>
                </a:solidFill>
                <a:latin typeface="Arial"/>
                <a:ea typeface="Arial"/>
                <a:cs typeface="Arial"/>
              </a:defRPr>
            </a:pPr>
            <a:r>
              <a:rPr sz="1425" b="1">
                <a:solidFill>
                  <a:srgbClr val="29445C"/>
                </a:solidFill>
                <a:latin typeface="Arial"/>
                <a:ea typeface="Arial"/>
                <a:cs typeface="Arial"/>
              </a:rPr>
              <a:t>Host logs + job metadata</a:t>
            </a:r>
          </a:p>
        </p:txBody>
      </p:sp>
      <p:sp>
        <p:nvSpPr>
          <p:cNvPr id="32" name="">
            <a:extLst xmlns:a="http://schemas.openxmlformats.org/drawingml/2006/main">
              <a:ext uri="{FF2B5EF4-FFF2-40B4-BE49-F238E27FC236}">
                <a16:creationId xmlns:a16="http://schemas.microsoft.com/office/drawing/2014/main" id="{BF1B8B9C-AA80-4BD9-91F1-FE41F9FFA1D9}"/>
              </a:ext>
            </a:extLst>
          </p:cNvPr>
          <p:cNvSpPr>
            <a:spLocks xmlns:a="http://schemas.openxmlformats.org/drawingml/2006/main" noGrp="1"/>
          </p:cNvSpPr>
          <p:nvPr/>
        </p:nvSpPr>
        <p:spPr>
          <a:xfrm xmlns:a="http://schemas.openxmlformats.org/drawingml/2006/main">
            <a:off x="685800" y="565785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62798B"/>
                </a:solidFill>
                <a:latin typeface="Arial"/>
                <a:ea typeface="Arial"/>
                <a:cs typeface="Arial"/>
              </a:defRPr>
            </a:defPPr>
          </a:lstStyle>
          <a:p xmlns:a="http://schemas.openxmlformats.org/drawingml/2006/main">
            <a:pPr algn="l">
              <a:lnSpc>
                <a:spcPct val="105000"/>
              </a:lnSpc>
              <a:buNone/>
              <a:defRPr sz="1125" b="0">
                <a:solidFill>
                  <a:srgbClr val="62798B"/>
                </a:solidFill>
                <a:latin typeface="Arial"/>
                <a:ea typeface="Arial"/>
                <a:cs typeface="Arial"/>
              </a:defRPr>
            </a:pPr>
            <a:r>
              <a:rPr sz="1125" b="0">
                <a:solidFill>
                  <a:srgbClr val="62798B"/>
                </a:solidFill>
                <a:latin typeface="Arial"/>
                <a:ea typeface="Arial"/>
                <a:cs typeface="Arial"/>
              </a:rPr>
              <a:t>Demo credentials are fictional and loopback-only. This controller is not a real Jenkins run.</a:t>
            </a:r>
          </a:p>
        </p:txBody>
      </p:sp>
    </p:spTree>
    <p:extLst>
      <p:ext uri="{BB962C8B-B14F-4D97-AF65-F5344CB8AC3E}">
        <p14:creationId xmlns:p14="http://schemas.microsoft.com/office/powerpoint/2010/main" val="1103911182"/>
      </p:ext>
    </p:extLst>
  </p:cSld>
</p:sld>
</file>

<file path=ppt/slides/slide5.xml><?xml version="1.0" encoding="utf-8"?>
<p:sld xmlns:p="http://schemas.openxmlformats.org/presentationml/2006/main">
  <p:cSld>
    <p:bg>
      <p:bgPr>
        <a:solidFill xmlns:a="http://schemas.openxmlformats.org/drawingml/2006/main">
          <a:srgbClr val="F2F7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27515F7-6547-42D6-A78C-C8180FBC3CEA}"/>
              </a:ext>
            </a:extLst>
          </p:cNvPr>
          <p:cNvSpPr>
            <a:spLocks xmlns:a="http://schemas.openxmlformats.org/drawingml/2006/main" noGrp="1"/>
          </p:cNvSpPr>
          <p:nvPr/>
        </p:nvSpPr>
        <p:spPr>
          <a:xfrm xmlns:a="http://schemas.openxmlformats.org/drawingml/2006/main">
            <a:off x="609600" y="3048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3F7298"/>
                </a:solidFill>
                <a:latin typeface="Arial"/>
                <a:ea typeface="Arial"/>
                <a:cs typeface="Arial"/>
              </a:defRPr>
            </a:defPPr>
          </a:lstStyle>
          <a:p xmlns:a="http://schemas.openxmlformats.org/drawingml/2006/main">
            <a:pPr algn="l">
              <a:lnSpc>
                <a:spcPct val="105000"/>
              </a:lnSpc>
              <a:buNone/>
              <a:defRPr sz="975" b="1">
                <a:solidFill>
                  <a:srgbClr val="3F7298"/>
                </a:solidFill>
                <a:latin typeface="Arial"/>
                <a:ea typeface="Arial"/>
                <a:cs typeface="Arial"/>
              </a:defRPr>
            </a:pPr>
            <a:r>
              <a:rPr sz="975" b="1">
                <a:solidFill>
                  <a:srgbClr val="3F7298"/>
                </a:solidFill>
                <a:latin typeface="Arial"/>
                <a:ea typeface="Arial"/>
                <a:cs typeface="Arial"/>
              </a:rPr>
              <a:t>LOGLENSAI  /  PROVISIONING</a:t>
            </a:r>
          </a:p>
        </p:txBody>
      </p:sp>
      <p:sp>
        <p:nvSpPr>
          <p:cNvPr id="2" name="">
            <a:extLst xmlns:a="http://schemas.openxmlformats.org/drawingml/2006/main">
              <a:ext uri="{FF2B5EF4-FFF2-40B4-BE49-F238E27FC236}">
                <a16:creationId xmlns:a16="http://schemas.microsoft.com/office/drawing/2014/main" id="{6219B2A8-5DD5-4650-8849-5B32C8685F82}"/>
              </a:ext>
            </a:extLst>
          </p:cNvPr>
          <p:cNvSpPr>
            <a:spLocks xmlns:a="http://schemas.openxmlformats.org/drawingml/2006/main" noGrp="1"/>
          </p:cNvSpPr>
          <p:nvPr/>
        </p:nvSpPr>
        <p:spPr>
          <a:xfrm xmlns:a="http://schemas.openxmlformats.org/drawingml/2006/main">
            <a:off x="11239500" y="323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62798B"/>
                </a:solidFill>
                <a:latin typeface="Arial"/>
                <a:ea typeface="Arial"/>
                <a:cs typeface="Arial"/>
              </a:defRPr>
            </a:defPPr>
          </a:lstStyle>
          <a:p xmlns:a="http://schemas.openxmlformats.org/drawingml/2006/main">
            <a:pPr algn="r">
              <a:lnSpc>
                <a:spcPct val="105000"/>
              </a:lnSpc>
              <a:buNone/>
              <a:defRPr sz="975" b="1">
                <a:solidFill>
                  <a:srgbClr val="62798B"/>
                </a:solidFill>
                <a:latin typeface="Arial"/>
                <a:ea typeface="Arial"/>
                <a:cs typeface="Arial"/>
              </a:defRPr>
            </a:pPr>
            <a:r>
              <a:rPr sz="975" b="1">
                <a:solidFill>
                  <a:srgbClr val="62798B"/>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F1A88BCB-A305-45BB-9714-0043A82EA1D8}"/>
              </a:ext>
            </a:extLst>
          </p:cNvPr>
          <p:cNvSpPr>
            <a:spLocks xmlns:a="http://schemas.openxmlformats.org/drawingml/2006/main" noGrp="1"/>
          </p:cNvSpPr>
          <p:nvPr/>
        </p:nvSpPr>
        <p:spPr>
          <a:xfrm xmlns:a="http://schemas.openxmlformats.org/drawingml/2006/main">
            <a:off x="609600" y="685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29445C"/>
                </a:solidFill>
                <a:latin typeface="Arial"/>
                <a:ea typeface="Arial"/>
                <a:cs typeface="Arial"/>
              </a:defRPr>
            </a:defPPr>
          </a:lstStyle>
          <a:p xmlns:a="http://schemas.openxmlformats.org/drawingml/2006/main">
            <a:pPr algn="l">
              <a:lnSpc>
                <a:spcPct val="105000"/>
              </a:lnSpc>
              <a:buNone/>
              <a:defRPr sz="2700" b="1">
                <a:solidFill>
                  <a:srgbClr val="29445C"/>
                </a:solidFill>
                <a:latin typeface="Arial"/>
                <a:ea typeface="Arial"/>
                <a:cs typeface="Arial"/>
              </a:defRPr>
            </a:pPr>
            <a:r>
              <a:rPr sz="2700" b="1">
                <a:solidFill>
                  <a:srgbClr val="29445C"/>
                </a:solidFill>
                <a:latin typeface="Arial"/>
                <a:ea typeface="Arial"/>
                <a:cs typeface="Arial"/>
              </a:rPr>
              <a:t>Premise authentication failure, end to end</a:t>
            </a:r>
          </a:p>
        </p:txBody>
      </p:sp>
      <p:sp>
        <p:nvSpPr>
          <p:cNvPr id="4" name="">
            <a:extLst xmlns:a="http://schemas.openxmlformats.org/drawingml/2006/main">
              <a:ext uri="{FF2B5EF4-FFF2-40B4-BE49-F238E27FC236}">
                <a16:creationId xmlns:a16="http://schemas.microsoft.com/office/drawing/2014/main" id="{39EF5851-6BD3-4401-B34E-890AA50F84DE}"/>
              </a:ext>
            </a:extLst>
          </p:cNvPr>
          <p:cNvSpPr>
            <a:spLocks xmlns:a="http://schemas.openxmlformats.org/drawingml/2006/main" noGrp="1"/>
          </p:cNvSpPr>
          <p:nvPr/>
        </p:nvSpPr>
        <p:spPr>
          <a:xfrm xmlns:a="http://schemas.openxmlformats.org/drawingml/2006/main">
            <a:off x="609600" y="1352550"/>
            <a:ext cx="685800" cy="38100"/>
          </a:xfrm>
          <a:prstGeom xmlns:a="http://schemas.openxmlformats.org/drawingml/2006/main" prst="rect">
            <a:avLst/>
          </a:prstGeom>
          <a:solidFill xmlns:a="http://schemas.openxmlformats.org/drawingml/2006/main">
            <a:srgbClr val="83B3D2"/>
          </a:solidFill>
          <a:ln xmlns:a="http://schemas.openxmlformats.org/drawingml/2006/main" w="0">
            <a:noFill/>
            <a:prstDash val="solid"/>
          </a:ln>
        </p:spPr>
      </p:sp>
      <p:sp>
        <p:nvSpPr>
          <p:cNvPr id="5" name="card">
            <a:extLst xmlns:a="http://schemas.openxmlformats.org/drawingml/2006/main">
              <a:ext uri="{FF2B5EF4-FFF2-40B4-BE49-F238E27FC236}">
                <a16:creationId xmlns:a16="http://schemas.microsoft.com/office/drawing/2014/main" id="{D11D1511-4789-465D-99C7-91EB72CFEA03}"/>
              </a:ext>
            </a:extLst>
          </p:cNvPr>
          <p:cNvSpPr>
            <a:spLocks xmlns:a="http://schemas.openxmlformats.org/drawingml/2006/main" noGrp="1"/>
          </p:cNvSpPr>
          <p:nvPr/>
        </p:nvSpPr>
        <p:spPr>
          <a:xfrm xmlns:a="http://schemas.openxmlformats.org/drawingml/2006/main">
            <a:off x="666750" y="1524000"/>
            <a:ext cx="10858500" cy="628650"/>
          </a:xfrm>
          <a:prstGeom xmlns:a="http://schemas.openxmlformats.org/drawingml/2006/main" prst="roundRect">
            <a:avLst>
              <a:gd name="adj" fmla="val 12121"/>
            </a:avLst>
          </a:prstGeom>
          <a:solidFill xmlns:a="http://schemas.openxmlformats.org/drawingml/2006/main">
            <a:srgbClr val="31536E"/>
          </a:solidFill>
          <a:ln xmlns:a="http://schemas.openxmlformats.org/drawingml/2006/main" w="9525">
            <a:solidFill>
              <a:srgbClr val="D5E2ED"/>
            </a:solidFill>
            <a:prstDash val="solid"/>
          </a:ln>
        </p:spPr>
      </p:sp>
      <p:sp>
        <p:nvSpPr>
          <p:cNvPr id="6" name="">
            <a:extLst xmlns:a="http://schemas.openxmlformats.org/drawingml/2006/main">
              <a:ext uri="{FF2B5EF4-FFF2-40B4-BE49-F238E27FC236}">
                <a16:creationId xmlns:a16="http://schemas.microsoft.com/office/drawing/2014/main" id="{544ADFA4-71AB-4DE0-914E-026198B7893A}"/>
              </a:ext>
            </a:extLst>
          </p:cNvPr>
          <p:cNvSpPr>
            <a:spLocks xmlns:a="http://schemas.openxmlformats.org/drawingml/2006/main" noGrp="1"/>
          </p:cNvSpPr>
          <p:nvPr/>
        </p:nvSpPr>
        <p:spPr>
          <a:xfrm xmlns:a="http://schemas.openxmlformats.org/drawingml/2006/main">
            <a:off x="895350" y="1676400"/>
            <a:ext cx="144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FFFFFF"/>
                </a:solidFill>
                <a:latin typeface="Arial"/>
                <a:ea typeface="Arial"/>
                <a:cs typeface="Arial"/>
              </a:defRPr>
            </a:defPPr>
          </a:lstStyle>
          <a:p xmlns:a="http://schemas.openxmlformats.org/drawingml/2006/main">
            <a:pPr algn="l">
              <a:lnSpc>
                <a:spcPct val="105000"/>
              </a:lnSpc>
              <a:buNone/>
              <a:defRPr sz="1350" b="1">
                <a:solidFill>
                  <a:srgbClr val="FFFFFF"/>
                </a:solidFill>
                <a:latin typeface="Arial"/>
                <a:ea typeface="Arial"/>
                <a:cs typeface="Arial"/>
              </a:defRPr>
            </a:pPr>
            <a:r>
              <a:rPr sz="1350" b="1">
                <a:solidFill>
                  <a:srgbClr val="FFFFFF"/>
                </a:solidFill>
                <a:latin typeface="Arial"/>
                <a:ea typeface="Arial"/>
                <a:cs typeface="Arial"/>
              </a:rPr>
              <a:t>OrderHub</a:t>
            </a:r>
          </a:p>
        </p:txBody>
      </p:sp>
      <p:sp>
        <p:nvSpPr>
          <p:cNvPr id="7" name="">
            <a:extLst xmlns:a="http://schemas.openxmlformats.org/drawingml/2006/main">
              <a:ext uri="{FF2B5EF4-FFF2-40B4-BE49-F238E27FC236}">
                <a16:creationId xmlns:a16="http://schemas.microsoft.com/office/drawing/2014/main" id="{C2C95FCB-5F91-4E1F-ADC4-97B0E2ED9546}"/>
              </a:ext>
            </a:extLst>
          </p:cNvPr>
          <p:cNvSpPr>
            <a:spLocks xmlns:a="http://schemas.openxmlformats.org/drawingml/2006/main" noGrp="1"/>
          </p:cNvSpPr>
          <p:nvPr/>
        </p:nvSpPr>
        <p:spPr>
          <a:xfrm xmlns:a="http://schemas.openxmlformats.org/drawingml/2006/main">
            <a:off x="2571750" y="1676400"/>
            <a:ext cx="7715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FFFFFF"/>
                </a:solidFill>
                <a:latin typeface="Arial"/>
                <a:ea typeface="Arial"/>
                <a:cs typeface="Arial"/>
              </a:defRPr>
            </a:defPPr>
          </a:lstStyle>
          <a:p xmlns:a="http://schemas.openxmlformats.org/drawingml/2006/main">
            <a:pPr algn="l">
              <a:lnSpc>
                <a:spcPct val="105000"/>
              </a:lnSpc>
              <a:buNone/>
              <a:defRPr sz="1350" b="0">
                <a:solidFill>
                  <a:srgbClr val="FFFFFF"/>
                </a:solidFill>
                <a:latin typeface="Arial"/>
                <a:ea typeface="Arial"/>
                <a:cs typeface="Arial"/>
              </a:defRPr>
            </a:pPr>
            <a:r>
              <a:rPr sz="1350" b="0">
                <a:solidFill>
                  <a:srgbClr val="FFFFFF"/>
                </a:solidFill>
                <a:latin typeface="Arial"/>
                <a:ea typeface="Arial"/>
                <a:cs typeface="Arial"/>
              </a:rPr>
              <a:t>ESP unauthorized 401 invalid audience</a:t>
            </a:r>
          </a:p>
        </p:txBody>
      </p:sp>
      <p:sp>
        <p:nvSpPr>
          <p:cNvPr id="8" name="card">
            <a:extLst xmlns:a="http://schemas.openxmlformats.org/drawingml/2006/main">
              <a:ext uri="{FF2B5EF4-FFF2-40B4-BE49-F238E27FC236}">
                <a16:creationId xmlns:a16="http://schemas.microsoft.com/office/drawing/2014/main" id="{A4D5FF3D-9972-4EFE-9073-400ECE28E80E}"/>
              </a:ext>
            </a:extLst>
          </p:cNvPr>
          <p:cNvSpPr>
            <a:spLocks xmlns:a="http://schemas.openxmlformats.org/drawingml/2006/main" noGrp="1"/>
          </p:cNvSpPr>
          <p:nvPr/>
        </p:nvSpPr>
        <p:spPr>
          <a:xfrm xmlns:a="http://schemas.openxmlformats.org/drawingml/2006/main">
            <a:off x="666750" y="2381250"/>
            <a:ext cx="10858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5E2ED"/>
            </a:solidFill>
            <a:prstDash val="solid"/>
          </a:ln>
        </p:spPr>
      </p:sp>
      <p:sp>
        <p:nvSpPr>
          <p:cNvPr id="9" name="">
            <a:extLst xmlns:a="http://schemas.openxmlformats.org/drawingml/2006/main">
              <a:ext uri="{FF2B5EF4-FFF2-40B4-BE49-F238E27FC236}">
                <a16:creationId xmlns:a16="http://schemas.microsoft.com/office/drawing/2014/main" id="{1161F94B-60E7-46BD-A653-6B3C77D20473}"/>
              </a:ext>
            </a:extLst>
          </p:cNvPr>
          <p:cNvSpPr>
            <a:spLocks xmlns:a="http://schemas.openxmlformats.org/drawingml/2006/main" noGrp="1"/>
          </p:cNvSpPr>
          <p:nvPr/>
        </p:nvSpPr>
        <p:spPr>
          <a:xfrm xmlns:a="http://schemas.openxmlformats.org/drawingml/2006/main">
            <a:off x="895350" y="2524125"/>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3F7298"/>
                </a:solidFill>
                <a:latin typeface="Arial"/>
                <a:ea typeface="Arial"/>
                <a:cs typeface="Arial"/>
              </a:defRPr>
            </a:defPPr>
          </a:lstStyle>
          <a:p xmlns:a="http://schemas.openxmlformats.org/drawingml/2006/main">
            <a:pPr algn="l">
              <a:lnSpc>
                <a:spcPct val="105000"/>
              </a:lnSpc>
              <a:buNone/>
              <a:defRPr sz="900" b="1">
                <a:solidFill>
                  <a:srgbClr val="3F7298"/>
                </a:solidFill>
                <a:latin typeface="Arial"/>
                <a:ea typeface="Arial"/>
                <a:cs typeface="Arial"/>
              </a:defRPr>
            </a:pPr>
            <a:r>
              <a:rPr sz="900" b="1">
                <a:solidFill>
                  <a:srgbClr val="3F7298"/>
                </a:solidFill>
                <a:latin typeface="Arial"/>
                <a:ea typeface="Arial"/>
                <a:cs typeface="Arial"/>
              </a:rPr>
              <a:t>ORDER</a:t>
            </a:r>
          </a:p>
        </p:txBody>
      </p:sp>
      <p:sp>
        <p:nvSpPr>
          <p:cNvPr id="10" name="">
            <a:extLst xmlns:a="http://schemas.openxmlformats.org/drawingml/2006/main">
              <a:ext uri="{FF2B5EF4-FFF2-40B4-BE49-F238E27FC236}">
                <a16:creationId xmlns:a16="http://schemas.microsoft.com/office/drawing/2014/main" id="{57870F9E-DA60-41DE-AD07-613EFBCE52BD}"/>
              </a:ext>
            </a:extLst>
          </p:cNvPr>
          <p:cNvSpPr>
            <a:spLocks xmlns:a="http://schemas.openxmlformats.org/drawingml/2006/main" noGrp="1"/>
          </p:cNvSpPr>
          <p:nvPr/>
        </p:nvSpPr>
        <p:spPr>
          <a:xfrm xmlns:a="http://schemas.openxmlformats.org/drawingml/2006/main">
            <a:off x="895350" y="27813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9206"/>
          </a:bodyPr>
          <a:lstStyle xmlns:a="http://schemas.openxmlformats.org/drawingml/2006/main">
            <a:defPPr algn="l">
              <a:defRPr sz="1800" b="1">
                <a:solidFill>
                  <a:srgbClr val="29445C"/>
                </a:solidFill>
                <a:latin typeface="Arial"/>
                <a:ea typeface="Arial"/>
                <a:cs typeface="Arial"/>
              </a:defRPr>
            </a:defPPr>
          </a:lstStyle>
          <a:p xmlns:a="http://schemas.openxmlformats.org/drawingml/2006/main">
            <a:pPr algn="l">
              <a:lnSpc>
                <a:spcPct val="105000"/>
              </a:lnSpc>
              <a:buNone/>
              <a:defRPr sz="1800" b="1">
                <a:solidFill>
                  <a:srgbClr val="29445C"/>
                </a:solidFill>
                <a:latin typeface="Arial"/>
                <a:ea typeface="Arial"/>
                <a:cs typeface="Arial"/>
              </a:defRPr>
            </a:pPr>
            <a:r>
              <a:rPr sz="1800" b="1">
                <a:solidFill>
                  <a:srgbClr val="29445C"/>
                </a:solidFill>
                <a:latin typeface="Arial"/>
                <a:ea typeface="Arial"/>
                <a:cs typeface="Arial"/>
              </a:rPr>
              <a:t>ORD-73106  ·  Premise  ·  FAILED</a:t>
            </a:r>
          </a:p>
        </p:txBody>
      </p:sp>
      <p:sp>
        <p:nvSpPr>
          <p:cNvPr id="11" name="">
            <a:extLst xmlns:a="http://schemas.openxmlformats.org/drawingml/2006/main">
              <a:ext uri="{FF2B5EF4-FFF2-40B4-BE49-F238E27FC236}">
                <a16:creationId xmlns:a16="http://schemas.microsoft.com/office/drawing/2014/main" id="{051E00FC-574A-49E9-BCF0-95342833A1BD}"/>
              </a:ext>
            </a:extLst>
          </p:cNvPr>
          <p:cNvSpPr>
            <a:spLocks xmlns:a="http://schemas.openxmlformats.org/drawingml/2006/main" noGrp="1"/>
          </p:cNvSpPr>
          <p:nvPr/>
        </p:nvSpPr>
        <p:spPr>
          <a:xfrm xmlns:a="http://schemas.openxmlformats.org/drawingml/2006/main">
            <a:off x="6229350" y="27813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B44D4D"/>
                </a:solidFill>
                <a:latin typeface="Arial"/>
                <a:ea typeface="Arial"/>
                <a:cs typeface="Arial"/>
              </a:defRPr>
            </a:defPPr>
          </a:lstStyle>
          <a:p xmlns:a="http://schemas.openxmlformats.org/drawingml/2006/main">
            <a:pPr algn="l">
              <a:lnSpc>
                <a:spcPct val="105000"/>
              </a:lnSpc>
              <a:buNone/>
              <a:defRPr sz="1350" b="1">
                <a:solidFill>
                  <a:srgbClr val="B44D4D"/>
                </a:solidFill>
                <a:latin typeface="Arial"/>
                <a:ea typeface="Arial"/>
                <a:cs typeface="Arial"/>
              </a:defRPr>
            </a:pPr>
            <a:r>
              <a:rPr sz="1350" b="1">
                <a:solidFill>
                  <a:srgbClr val="B44D4D"/>
                </a:solidFill>
                <a:latin typeface="Arial"/>
                <a:ea typeface="Arial"/>
                <a:cs typeface="Arial"/>
              </a:rPr>
              <a:t>Order API: 401  DOWNSTREAM_AUTH_REJECTED</a:t>
            </a:r>
          </a:p>
        </p:txBody>
      </p:sp>
      <p:sp>
        <p:nvSpPr>
          <p:cNvPr id="12" name="card">
            <a:extLst xmlns:a="http://schemas.openxmlformats.org/drawingml/2006/main">
              <a:ext uri="{FF2B5EF4-FFF2-40B4-BE49-F238E27FC236}">
                <a16:creationId xmlns:a16="http://schemas.microsoft.com/office/drawing/2014/main" id="{6C62A6D6-D68E-4BD9-B04B-47CABDCFC8B3}"/>
              </a:ext>
            </a:extLst>
          </p:cNvPr>
          <p:cNvSpPr>
            <a:spLocks xmlns:a="http://schemas.openxmlformats.org/drawingml/2006/main" noGrp="1"/>
          </p:cNvSpPr>
          <p:nvPr/>
        </p:nvSpPr>
        <p:spPr>
          <a:xfrm xmlns:a="http://schemas.openxmlformats.org/drawingml/2006/main">
            <a:off x="666750" y="3467100"/>
            <a:ext cx="5191125" cy="1562100"/>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D5E2ED"/>
            </a:solidFill>
            <a:prstDash val="solid"/>
          </a:ln>
        </p:spPr>
      </p:sp>
      <p:sp>
        <p:nvSpPr>
          <p:cNvPr id="13" name="">
            <a:extLst xmlns:a="http://schemas.openxmlformats.org/drawingml/2006/main">
              <a:ext uri="{FF2B5EF4-FFF2-40B4-BE49-F238E27FC236}">
                <a16:creationId xmlns:a16="http://schemas.microsoft.com/office/drawing/2014/main" id="{62EFECD4-D5D2-4C0E-BBF1-884F80EBAC35}"/>
              </a:ext>
            </a:extLst>
          </p:cNvPr>
          <p:cNvSpPr>
            <a:spLocks xmlns:a="http://schemas.openxmlformats.org/drawingml/2006/main" noGrp="1"/>
          </p:cNvSpPr>
          <p:nvPr/>
        </p:nvSpPr>
        <p:spPr>
          <a:xfrm xmlns:a="http://schemas.openxmlformats.org/drawingml/2006/main">
            <a:off x="895350" y="36385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3F7298"/>
                </a:solidFill>
                <a:latin typeface="Arial"/>
                <a:ea typeface="Arial"/>
                <a:cs typeface="Arial"/>
              </a:defRPr>
            </a:defPPr>
          </a:lstStyle>
          <a:p xmlns:a="http://schemas.openxmlformats.org/drawingml/2006/main">
            <a:pPr algn="l">
              <a:lnSpc>
                <a:spcPct val="105000"/>
              </a:lnSpc>
              <a:buNone/>
              <a:defRPr sz="900" b="1">
                <a:solidFill>
                  <a:srgbClr val="3F7298"/>
                </a:solidFill>
                <a:latin typeface="Arial"/>
                <a:ea typeface="Arial"/>
                <a:cs typeface="Arial"/>
              </a:defRPr>
            </a:pPr>
            <a:r>
              <a:rPr sz="900" b="1">
                <a:solidFill>
                  <a:srgbClr val="3F7298"/>
                </a:solidFill>
                <a:latin typeface="Arial"/>
                <a:ea typeface="Arial"/>
                <a:cs typeface="Arial"/>
              </a:rPr>
              <a:t>ESP REQUEST</a:t>
            </a:r>
          </a:p>
        </p:txBody>
      </p:sp>
      <p:sp>
        <p:nvSpPr>
          <p:cNvPr id="14" name="">
            <a:extLst xmlns:a="http://schemas.openxmlformats.org/drawingml/2006/main">
              <a:ext uri="{FF2B5EF4-FFF2-40B4-BE49-F238E27FC236}">
                <a16:creationId xmlns:a16="http://schemas.microsoft.com/office/drawing/2014/main" id="{DFF8CEEC-1892-47C4-8B0B-2CC606D4EAA8}"/>
              </a:ext>
            </a:extLst>
          </p:cNvPr>
          <p:cNvSpPr>
            <a:spLocks xmlns:a="http://schemas.openxmlformats.org/drawingml/2006/main" noGrp="1"/>
          </p:cNvSpPr>
          <p:nvPr/>
        </p:nvSpPr>
        <p:spPr>
          <a:xfrm xmlns:a="http://schemas.openxmlformats.org/drawingml/2006/main">
            <a:off x="895350" y="39243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29445C"/>
                </a:solidFill>
                <a:latin typeface="Arial"/>
                <a:ea typeface="Arial"/>
                <a:cs typeface="Arial"/>
              </a:defRPr>
            </a:defPPr>
          </a:lstStyle>
          <a:p xmlns:a="http://schemas.openxmlformats.org/drawingml/2006/main">
            <a:pPr algn="l">
              <a:lnSpc>
                <a:spcPct val="105000"/>
              </a:lnSpc>
              <a:buNone/>
              <a:defRPr sz="1650" b="1">
                <a:solidFill>
                  <a:srgbClr val="29445C"/>
                </a:solidFill>
                <a:latin typeface="Arial"/>
                <a:ea typeface="Arial"/>
                <a:cs typeface="Arial"/>
              </a:defRPr>
            </a:pPr>
            <a:r>
              <a:rPr sz="1650" b="1">
                <a:solidFill>
                  <a:srgbClr val="29445C"/>
                </a:solidFill>
                <a:latin typeface="Arial"/>
                <a:ea typeface="Arial"/>
                <a:cs typeface="Arial"/>
              </a:rPr>
              <a:t>credential-broker</a:t>
            </a:r>
          </a:p>
        </p:txBody>
      </p:sp>
      <p:sp>
        <p:nvSpPr>
          <p:cNvPr id="15" name="">
            <a:extLst xmlns:a="http://schemas.openxmlformats.org/drawingml/2006/main">
              <a:ext uri="{FF2B5EF4-FFF2-40B4-BE49-F238E27FC236}">
                <a16:creationId xmlns:a16="http://schemas.microsoft.com/office/drawing/2014/main" id="{20EE3E30-62C3-4F16-B249-DEAF9B33108D}"/>
              </a:ext>
            </a:extLst>
          </p:cNvPr>
          <p:cNvSpPr>
            <a:spLocks xmlns:a="http://schemas.openxmlformats.org/drawingml/2006/main" noGrp="1"/>
          </p:cNvSpPr>
          <p:nvPr/>
        </p:nvSpPr>
        <p:spPr>
          <a:xfrm xmlns:a="http://schemas.openxmlformats.org/drawingml/2006/main">
            <a:off x="895350" y="435292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2D4052"/>
                </a:solidFill>
                <a:latin typeface="Arial"/>
                <a:ea typeface="Arial"/>
                <a:cs typeface="Arial"/>
              </a:defRPr>
            </a:defPPr>
          </a:lstStyle>
          <a:p xmlns:a="http://schemas.openxmlformats.org/drawingml/2006/main">
            <a:pPr algn="l">
              <a:lnSpc>
                <a:spcPct val="105000"/>
              </a:lnSpc>
              <a:buNone/>
              <a:defRPr sz="1200" b="0">
                <a:solidFill>
                  <a:srgbClr val="2D4052"/>
                </a:solidFill>
                <a:latin typeface="Arial"/>
                <a:ea typeface="Arial"/>
                <a:cs typeface="Arial"/>
              </a:defRPr>
            </a:pPr>
            <a:r>
              <a:rPr sz="1200" b="0">
                <a:solidFill>
                  <a:srgbClr val="2D4052"/>
                </a:solidFill>
                <a:latin typeface="Arial"/>
                <a:ea typeface="Arial"/>
                <a:cs typeface="Arial"/>
              </a:rPr>
              <a:t>audience: hosted-provisioning-demo</a:t>
            </a:r>
          </a:p>
        </p:txBody>
      </p:sp>
      <p:sp>
        <p:nvSpPr>
          <p:cNvPr id="16" name="">
            <a:extLst xmlns:a="http://schemas.openxmlformats.org/drawingml/2006/main">
              <a:ext uri="{FF2B5EF4-FFF2-40B4-BE49-F238E27FC236}">
                <a16:creationId xmlns:a16="http://schemas.microsoft.com/office/drawing/2014/main" id="{0A9F8300-C333-476A-AFF3-A26FCBF18BFC}"/>
              </a:ext>
            </a:extLst>
          </p:cNvPr>
          <p:cNvSpPr>
            <a:spLocks xmlns:a="http://schemas.openxmlformats.org/drawingml/2006/main" noGrp="1"/>
          </p:cNvSpPr>
          <p:nvPr/>
        </p:nvSpPr>
        <p:spPr>
          <a:xfrm xmlns:a="http://schemas.openxmlformats.org/drawingml/2006/main">
            <a:off x="895350" y="4686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62798B"/>
                </a:solidFill>
                <a:latin typeface="Arial"/>
                <a:ea typeface="Arial"/>
                <a:cs typeface="Arial"/>
              </a:defRPr>
            </a:defPPr>
          </a:lstStyle>
          <a:p xmlns:a="http://schemas.openxmlformats.org/drawingml/2006/main">
            <a:pPr algn="l">
              <a:lnSpc>
                <a:spcPct val="105000"/>
              </a:lnSpc>
              <a:buNone/>
              <a:defRPr sz="1050" b="0">
                <a:solidFill>
                  <a:srgbClr val="62798B"/>
                </a:solidFill>
                <a:latin typeface="Arial"/>
                <a:ea typeface="Arial"/>
                <a:cs typeface="Arial"/>
              </a:defRPr>
            </a:pPr>
            <a:r>
              <a:rPr sz="1050" b="0">
                <a:solidFill>
                  <a:srgbClr val="62798B"/>
                </a:solidFill>
                <a:latin typeface="Arial"/>
                <a:ea typeface="Arial"/>
                <a:cs typeface="Arial"/>
              </a:rPr>
              <a:t>Host: esp-integration-srv-01</a:t>
            </a:r>
          </a:p>
        </p:txBody>
      </p:sp>
      <p:sp>
        <p:nvSpPr>
          <p:cNvPr id="17" name="card">
            <a:extLst xmlns:a="http://schemas.openxmlformats.org/drawingml/2006/main">
              <a:ext uri="{FF2B5EF4-FFF2-40B4-BE49-F238E27FC236}">
                <a16:creationId xmlns:a16="http://schemas.microsoft.com/office/drawing/2014/main" id="{AF21F733-7625-43B7-BD76-A1CF9D523D6E}"/>
              </a:ext>
            </a:extLst>
          </p:cNvPr>
          <p:cNvSpPr>
            <a:spLocks xmlns:a="http://schemas.openxmlformats.org/drawingml/2006/main" noGrp="1"/>
          </p:cNvSpPr>
          <p:nvPr/>
        </p:nvSpPr>
        <p:spPr>
          <a:xfrm xmlns:a="http://schemas.openxmlformats.org/drawingml/2006/main">
            <a:off x="6143625" y="3467100"/>
            <a:ext cx="5381625" cy="1562100"/>
          </a:xfrm>
          <a:prstGeom xmlns:a="http://schemas.openxmlformats.org/drawingml/2006/main" prst="roundRect">
            <a:avLst>
              <a:gd name="adj" fmla="val 4878"/>
            </a:avLst>
          </a:prstGeom>
          <a:solidFill xmlns:a="http://schemas.openxmlformats.org/drawingml/2006/main">
            <a:srgbClr val="E7F1F8"/>
          </a:solidFill>
          <a:ln xmlns:a="http://schemas.openxmlformats.org/drawingml/2006/main" w="9525">
            <a:solidFill>
              <a:srgbClr val="D5E2ED"/>
            </a:solidFill>
            <a:prstDash val="solid"/>
          </a:ln>
        </p:spPr>
      </p:sp>
      <p:sp>
        <p:nvSpPr>
          <p:cNvPr id="18" name="">
            <a:extLst xmlns:a="http://schemas.openxmlformats.org/drawingml/2006/main">
              <a:ext uri="{FF2B5EF4-FFF2-40B4-BE49-F238E27FC236}">
                <a16:creationId xmlns:a16="http://schemas.microsoft.com/office/drawing/2014/main" id="{A93B446D-B27D-42E6-ADF2-A34F65F2DF97}"/>
              </a:ext>
            </a:extLst>
          </p:cNvPr>
          <p:cNvSpPr>
            <a:spLocks xmlns:a="http://schemas.openxmlformats.org/drawingml/2006/main" noGrp="1"/>
          </p:cNvSpPr>
          <p:nvPr/>
        </p:nvSpPr>
        <p:spPr>
          <a:xfrm xmlns:a="http://schemas.openxmlformats.org/drawingml/2006/main">
            <a:off x="6372225" y="36385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3F7298"/>
                </a:solidFill>
                <a:latin typeface="Arial"/>
                <a:ea typeface="Arial"/>
                <a:cs typeface="Arial"/>
              </a:defRPr>
            </a:defPPr>
          </a:lstStyle>
          <a:p xmlns:a="http://schemas.openxmlformats.org/drawingml/2006/main">
            <a:pPr algn="l">
              <a:lnSpc>
                <a:spcPct val="105000"/>
              </a:lnSpc>
              <a:buNone/>
              <a:defRPr sz="900" b="1">
                <a:solidFill>
                  <a:srgbClr val="3F7298"/>
                </a:solidFill>
                <a:latin typeface="Arial"/>
                <a:ea typeface="Arial"/>
                <a:cs typeface="Arial"/>
              </a:defRPr>
            </a:pPr>
            <a:r>
              <a:rPr sz="900" b="1">
                <a:solidFill>
                  <a:srgbClr val="3F7298"/>
                </a:solidFill>
                <a:latin typeface="Arial"/>
                <a:ea typeface="Arial"/>
                <a:cs typeface="Arial"/>
              </a:rPr>
              <a:t>ESP RESPONSE</a:t>
            </a:r>
          </a:p>
        </p:txBody>
      </p:sp>
      <p:sp>
        <p:nvSpPr>
          <p:cNvPr id="19" name="">
            <a:extLst xmlns:a="http://schemas.openxmlformats.org/drawingml/2006/main">
              <a:ext uri="{FF2B5EF4-FFF2-40B4-BE49-F238E27FC236}">
                <a16:creationId xmlns:a16="http://schemas.microsoft.com/office/drawing/2014/main" id="{B2F0256E-6922-4DEA-8868-821B966DF341}"/>
              </a:ext>
            </a:extLst>
          </p:cNvPr>
          <p:cNvSpPr>
            <a:spLocks xmlns:a="http://schemas.openxmlformats.org/drawingml/2006/main" noGrp="1"/>
          </p:cNvSpPr>
          <p:nvPr/>
        </p:nvSpPr>
        <p:spPr>
          <a:xfrm xmlns:a="http://schemas.openxmlformats.org/drawingml/2006/main">
            <a:off x="6372225" y="39243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B44D4D"/>
                </a:solidFill>
                <a:latin typeface="Arial"/>
                <a:ea typeface="Arial"/>
                <a:cs typeface="Arial"/>
              </a:defRPr>
            </a:defPPr>
          </a:lstStyle>
          <a:p xmlns:a="http://schemas.openxmlformats.org/drawingml/2006/main">
            <a:pPr algn="l">
              <a:lnSpc>
                <a:spcPct val="105000"/>
              </a:lnSpc>
              <a:buNone/>
              <a:defRPr sz="1650" b="1">
                <a:solidFill>
                  <a:srgbClr val="B44D4D"/>
                </a:solidFill>
                <a:latin typeface="Arial"/>
                <a:ea typeface="Arial"/>
                <a:cs typeface="Arial"/>
              </a:defRPr>
            </a:pPr>
            <a:r>
              <a:rPr sz="1650" b="1">
                <a:solidFill>
                  <a:srgbClr val="B44D4D"/>
                </a:solidFill>
                <a:latin typeface="Arial"/>
                <a:ea typeface="Arial"/>
                <a:cs typeface="Arial"/>
              </a:rPr>
              <a:t>401  INVALID_AUDIENCE</a:t>
            </a:r>
          </a:p>
        </p:txBody>
      </p:sp>
      <p:sp>
        <p:nvSpPr>
          <p:cNvPr id="20" name="">
            <a:extLst xmlns:a="http://schemas.openxmlformats.org/drawingml/2006/main">
              <a:ext uri="{FF2B5EF4-FFF2-40B4-BE49-F238E27FC236}">
                <a16:creationId xmlns:a16="http://schemas.microsoft.com/office/drawing/2014/main" id="{3B8D843D-0DBC-4091-8364-C9D4D1A5726C}"/>
              </a:ext>
            </a:extLst>
          </p:cNvPr>
          <p:cNvSpPr>
            <a:spLocks xmlns:a="http://schemas.openxmlformats.org/drawingml/2006/main" noGrp="1"/>
          </p:cNvSpPr>
          <p:nvPr/>
        </p:nvSpPr>
        <p:spPr>
          <a:xfrm xmlns:a="http://schemas.openxmlformats.org/drawingml/2006/main">
            <a:off x="6372225" y="435292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2D4052"/>
                </a:solidFill>
                <a:latin typeface="Arial"/>
                <a:ea typeface="Arial"/>
                <a:cs typeface="Arial"/>
              </a:defRPr>
            </a:defPPr>
          </a:lstStyle>
          <a:p xmlns:a="http://schemas.openxmlformats.org/drawingml/2006/main">
            <a:pPr algn="l">
              <a:lnSpc>
                <a:spcPct val="105000"/>
              </a:lnSpc>
              <a:buNone/>
              <a:defRPr sz="1200" b="0">
                <a:solidFill>
                  <a:srgbClr val="2D4052"/>
                </a:solidFill>
                <a:latin typeface="Arial"/>
                <a:ea typeface="Arial"/>
                <a:cs typeface="Arial"/>
              </a:defRPr>
            </a:pPr>
            <a:r>
              <a:rPr sz="1200" b="0">
                <a:solidFill>
                  <a:srgbClr val="2D4052"/>
                </a:solidFill>
                <a:latin typeface="Arial"/>
                <a:ea typeface="Arial"/>
                <a:cs typeface="Arial"/>
              </a:rPr>
              <a:t>Expected audience: premise-provisioning-demo</a:t>
            </a:r>
          </a:p>
        </p:txBody>
      </p:sp>
      <p:sp>
        <p:nvSpPr>
          <p:cNvPr id="21" name="">
            <a:extLst xmlns:a="http://schemas.openxmlformats.org/drawingml/2006/main">
              <a:ext uri="{FF2B5EF4-FFF2-40B4-BE49-F238E27FC236}">
                <a16:creationId xmlns:a16="http://schemas.microsoft.com/office/drawing/2014/main" id="{55E01935-6340-4AB1-BEB9-61CB7AA537F9}"/>
              </a:ext>
            </a:extLst>
          </p:cNvPr>
          <p:cNvSpPr>
            <a:spLocks xmlns:a="http://schemas.openxmlformats.org/drawingml/2006/main" noGrp="1"/>
          </p:cNvSpPr>
          <p:nvPr/>
        </p:nvSpPr>
        <p:spPr>
          <a:xfrm xmlns:a="http://schemas.openxmlformats.org/drawingml/2006/main">
            <a:off x="6372225" y="46863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62798B"/>
                </a:solidFill>
                <a:latin typeface="Arial"/>
                <a:ea typeface="Arial"/>
                <a:cs typeface="Arial"/>
              </a:defRPr>
            </a:defPPr>
          </a:lstStyle>
          <a:p xmlns:a="http://schemas.openxmlformats.org/drawingml/2006/main">
            <a:pPr algn="l">
              <a:lnSpc>
                <a:spcPct val="105000"/>
              </a:lnSpc>
              <a:buNone/>
              <a:defRPr sz="1050" b="0">
                <a:solidFill>
                  <a:srgbClr val="62798B"/>
                </a:solidFill>
                <a:latin typeface="Arial"/>
                <a:ea typeface="Arial"/>
                <a:cs typeface="Arial"/>
              </a:defRPr>
            </a:pPr>
            <a:r>
              <a:rPr sz="1050" b="0">
                <a:solidFill>
                  <a:srgbClr val="62798B"/>
                </a:solidFill>
                <a:latin typeface="Arial"/>
                <a:ea typeface="Arial"/>
                <a:cs typeface="Arial"/>
              </a:rPr>
              <a:t>2 dummy servers  ·  4 reference log entries</a:t>
            </a:r>
          </a:p>
        </p:txBody>
      </p:sp>
      <p:sp>
        <p:nvSpPr>
          <p:cNvPr id="22" name="">
            <a:extLst xmlns:a="http://schemas.openxmlformats.org/drawingml/2006/main">
              <a:ext uri="{FF2B5EF4-FFF2-40B4-BE49-F238E27FC236}">
                <a16:creationId xmlns:a16="http://schemas.microsoft.com/office/drawing/2014/main" id="{DC4D2F65-3C69-4C77-82FA-ADB3E63CBDF6}"/>
              </a:ext>
            </a:extLst>
          </p:cNvPr>
          <p:cNvSpPr>
            <a:spLocks xmlns:a="http://schemas.openxmlformats.org/drawingml/2006/main" noGrp="1"/>
          </p:cNvSpPr>
          <p:nvPr/>
        </p:nvSpPr>
        <p:spPr>
          <a:xfrm xmlns:a="http://schemas.openxmlformats.org/drawingml/2006/main">
            <a:off x="685800" y="5467350"/>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62798B"/>
                </a:solidFill>
                <a:latin typeface="Arial"/>
                <a:ea typeface="Arial"/>
                <a:cs typeface="Arial"/>
              </a:defRPr>
            </a:defPPr>
          </a:lstStyle>
          <a:p xmlns:a="http://schemas.openxmlformats.org/drawingml/2006/main">
            <a:pPr algn="l">
              <a:lnSpc>
                <a:spcPct val="105000"/>
              </a:lnSpc>
              <a:buNone/>
              <a:defRPr sz="1200" b="0">
                <a:solidFill>
                  <a:srgbClr val="62798B"/>
                </a:solidFill>
                <a:latin typeface="Arial"/>
                <a:ea typeface="Arial"/>
                <a:cs typeface="Arial"/>
              </a:defRPr>
            </a:pPr>
            <a:r>
              <a:rPr sz="1200" b="0">
                <a:solidFill>
                  <a:srgbClr val="62798B"/>
                </a:solidFill>
                <a:latin typeface="Arial"/>
                <a:ea typeface="Arial"/>
                <a:cs typeface="Arial"/>
              </a:rPr>
              <a:t>The matching audience field is the likely check; evidence is synthetic.</a:t>
            </a:r>
          </a:p>
        </p:txBody>
      </p:sp>
    </p:spTree>
    <p:extLst>
      <p:ext uri="{BB962C8B-B14F-4D97-AF65-F5344CB8AC3E}">
        <p14:creationId xmlns:p14="http://schemas.microsoft.com/office/powerpoint/2010/main" val="1955820258"/>
      </p:ext>
    </p:extLst>
  </p:cSld>
</p:sld>
</file>

<file path=ppt/slides/slide6.xml><?xml version="1.0" encoding="utf-8"?>
<p:sld xmlns:p="http://schemas.openxmlformats.org/presentationml/2006/main">
  <p:cSld>
    <p:bg>
      <p:bgPr>
        <a:solidFill xmlns:a="http://schemas.openxmlformats.org/drawingml/2006/main">
          <a:srgbClr val="F2F7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3C1684F-E9DB-4E29-84E4-DF84B56D67D0}"/>
              </a:ext>
            </a:extLst>
          </p:cNvPr>
          <p:cNvSpPr>
            <a:spLocks xmlns:a="http://schemas.openxmlformats.org/drawingml/2006/main" noGrp="1"/>
          </p:cNvSpPr>
          <p:nvPr/>
        </p:nvSpPr>
        <p:spPr>
          <a:xfrm xmlns:a="http://schemas.openxmlformats.org/drawingml/2006/main">
            <a:off x="609600" y="3048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3F7298"/>
                </a:solidFill>
                <a:latin typeface="Arial"/>
                <a:ea typeface="Arial"/>
                <a:cs typeface="Arial"/>
              </a:defRPr>
            </a:defPPr>
          </a:lstStyle>
          <a:p xmlns:a="http://schemas.openxmlformats.org/drawingml/2006/main">
            <a:pPr algn="l">
              <a:lnSpc>
                <a:spcPct val="105000"/>
              </a:lnSpc>
              <a:buNone/>
              <a:defRPr sz="975" b="1">
                <a:solidFill>
                  <a:srgbClr val="3F7298"/>
                </a:solidFill>
                <a:latin typeface="Arial"/>
                <a:ea typeface="Arial"/>
                <a:cs typeface="Arial"/>
              </a:defRPr>
            </a:pPr>
            <a:r>
              <a:rPr sz="975" b="1">
                <a:solidFill>
                  <a:srgbClr val="3F7298"/>
                </a:solidFill>
                <a:latin typeface="Arial"/>
                <a:ea typeface="Arial"/>
                <a:cs typeface="Arial"/>
              </a:rPr>
              <a:t>LOGLENSAI  /  PROVISIONING</a:t>
            </a:r>
          </a:p>
        </p:txBody>
      </p:sp>
      <p:sp>
        <p:nvSpPr>
          <p:cNvPr id="2" name="">
            <a:extLst xmlns:a="http://schemas.openxmlformats.org/drawingml/2006/main">
              <a:ext uri="{FF2B5EF4-FFF2-40B4-BE49-F238E27FC236}">
                <a16:creationId xmlns:a16="http://schemas.microsoft.com/office/drawing/2014/main" id="{B074C510-E6AC-44BE-859C-6BFB15D8A6A8}"/>
              </a:ext>
            </a:extLst>
          </p:cNvPr>
          <p:cNvSpPr>
            <a:spLocks xmlns:a="http://schemas.openxmlformats.org/drawingml/2006/main" noGrp="1"/>
          </p:cNvSpPr>
          <p:nvPr/>
        </p:nvSpPr>
        <p:spPr>
          <a:xfrm xmlns:a="http://schemas.openxmlformats.org/drawingml/2006/main">
            <a:off x="11239500" y="3238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62798B"/>
                </a:solidFill>
                <a:latin typeface="Arial"/>
                <a:ea typeface="Arial"/>
                <a:cs typeface="Arial"/>
              </a:defRPr>
            </a:defPPr>
          </a:lstStyle>
          <a:p xmlns:a="http://schemas.openxmlformats.org/drawingml/2006/main">
            <a:pPr algn="r">
              <a:lnSpc>
                <a:spcPct val="105000"/>
              </a:lnSpc>
              <a:buNone/>
              <a:defRPr sz="975" b="1">
                <a:solidFill>
                  <a:srgbClr val="62798B"/>
                </a:solidFill>
                <a:latin typeface="Arial"/>
                <a:ea typeface="Arial"/>
                <a:cs typeface="Arial"/>
              </a:defRPr>
            </a:pPr>
            <a:r>
              <a:rPr sz="975" b="1">
                <a:solidFill>
                  <a:srgbClr val="62798B"/>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F32DB66B-436E-4156-9F9C-AEFCC749A21B}"/>
              </a:ext>
            </a:extLst>
          </p:cNvPr>
          <p:cNvSpPr>
            <a:spLocks xmlns:a="http://schemas.openxmlformats.org/drawingml/2006/main" noGrp="1"/>
          </p:cNvSpPr>
          <p:nvPr/>
        </p:nvSpPr>
        <p:spPr>
          <a:xfrm xmlns:a="http://schemas.openxmlformats.org/drawingml/2006/main">
            <a:off x="609600" y="685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29445C"/>
                </a:solidFill>
                <a:latin typeface="Arial"/>
                <a:ea typeface="Arial"/>
                <a:cs typeface="Arial"/>
              </a:defRPr>
            </a:defPPr>
          </a:lstStyle>
          <a:p xmlns:a="http://schemas.openxmlformats.org/drawingml/2006/main">
            <a:pPr algn="l">
              <a:lnSpc>
                <a:spcPct val="105000"/>
              </a:lnSpc>
              <a:buNone/>
              <a:defRPr sz="2700" b="1">
                <a:solidFill>
                  <a:srgbClr val="29445C"/>
                </a:solidFill>
                <a:latin typeface="Arial"/>
                <a:ea typeface="Arial"/>
                <a:cs typeface="Arial"/>
              </a:defRPr>
            </a:pPr>
            <a:r>
              <a:rPr sz="2700" b="1">
                <a:solidFill>
                  <a:srgbClr val="29445C"/>
                </a:solidFill>
                <a:latin typeface="Arial"/>
                <a:ea typeface="Arial"/>
                <a:cs typeface="Arial"/>
              </a:rPr>
              <a:t>Verified demo, clear next steps</a:t>
            </a:r>
          </a:p>
        </p:txBody>
      </p:sp>
      <p:sp>
        <p:nvSpPr>
          <p:cNvPr id="4" name="">
            <a:extLst xmlns:a="http://schemas.openxmlformats.org/drawingml/2006/main">
              <a:ext uri="{FF2B5EF4-FFF2-40B4-BE49-F238E27FC236}">
                <a16:creationId xmlns:a16="http://schemas.microsoft.com/office/drawing/2014/main" id="{B136FF49-6AC8-44BC-9B9E-986A65348D80}"/>
              </a:ext>
            </a:extLst>
          </p:cNvPr>
          <p:cNvSpPr>
            <a:spLocks xmlns:a="http://schemas.openxmlformats.org/drawingml/2006/main" noGrp="1"/>
          </p:cNvSpPr>
          <p:nvPr/>
        </p:nvSpPr>
        <p:spPr>
          <a:xfrm xmlns:a="http://schemas.openxmlformats.org/drawingml/2006/main">
            <a:off x="609600" y="1352550"/>
            <a:ext cx="685800" cy="38100"/>
          </a:xfrm>
          <a:prstGeom xmlns:a="http://schemas.openxmlformats.org/drawingml/2006/main" prst="rect">
            <a:avLst/>
          </a:prstGeom>
          <a:solidFill xmlns:a="http://schemas.openxmlformats.org/drawingml/2006/main">
            <a:srgbClr val="83B3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DF0DD54-3B15-4752-A6B3-3D8F31CCC6C5}"/>
              </a:ext>
            </a:extLst>
          </p:cNvPr>
          <p:cNvSpPr>
            <a:spLocks xmlns:a="http://schemas.openxmlformats.org/drawingml/2006/main" noGrp="1"/>
          </p:cNvSpPr>
          <p:nvPr/>
        </p:nvSpPr>
        <p:spPr>
          <a:xfrm xmlns:a="http://schemas.openxmlformats.org/drawingml/2006/main">
            <a:off x="666750" y="15621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29445C"/>
                </a:solidFill>
                <a:latin typeface="Arial"/>
                <a:ea typeface="Arial"/>
                <a:cs typeface="Arial"/>
              </a:defRPr>
            </a:defPPr>
          </a:lstStyle>
          <a:p xmlns:a="http://schemas.openxmlformats.org/drawingml/2006/main">
            <a:pPr algn="l">
              <a:lnSpc>
                <a:spcPct val="105000"/>
              </a:lnSpc>
              <a:buNone/>
              <a:defRPr sz="1575" b="1">
                <a:solidFill>
                  <a:srgbClr val="29445C"/>
                </a:solidFill>
                <a:latin typeface="Arial"/>
                <a:ea typeface="Arial"/>
                <a:cs typeface="Arial"/>
              </a:defRPr>
            </a:pPr>
            <a:r>
              <a:rPr sz="1575" b="1">
                <a:solidFill>
                  <a:srgbClr val="29445C"/>
                </a:solidFill>
                <a:latin typeface="Arial"/>
                <a:ea typeface="Arial"/>
                <a:cs typeface="Arial"/>
              </a:rPr>
              <a:t>What we verified</a:t>
            </a:r>
          </a:p>
        </p:txBody>
      </p:sp>
      <p:sp>
        <p:nvSpPr>
          <p:cNvPr id="6" name="card">
            <a:extLst xmlns:a="http://schemas.openxmlformats.org/drawingml/2006/main">
              <a:ext uri="{FF2B5EF4-FFF2-40B4-BE49-F238E27FC236}">
                <a16:creationId xmlns:a16="http://schemas.microsoft.com/office/drawing/2014/main" id="{F926D8F1-723C-4894-A56A-840F4AF4C750}"/>
              </a:ext>
            </a:extLst>
          </p:cNvPr>
          <p:cNvSpPr>
            <a:spLocks xmlns:a="http://schemas.openxmlformats.org/drawingml/2006/main" noGrp="1"/>
          </p:cNvSpPr>
          <p:nvPr/>
        </p:nvSpPr>
        <p:spPr>
          <a:xfrm xmlns:a="http://schemas.openxmlformats.org/drawingml/2006/main">
            <a:off x="666750" y="2076450"/>
            <a:ext cx="32385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5E2ED"/>
            </a:solidFill>
            <a:prstDash val="solid"/>
          </a:ln>
        </p:spPr>
      </p:sp>
      <p:sp>
        <p:nvSpPr>
          <p:cNvPr id="7" name="">
            <a:extLst xmlns:a="http://schemas.openxmlformats.org/drawingml/2006/main">
              <a:ext uri="{FF2B5EF4-FFF2-40B4-BE49-F238E27FC236}">
                <a16:creationId xmlns:a16="http://schemas.microsoft.com/office/drawing/2014/main" id="{5EF83527-AD05-4560-A3DA-E5B1D5A5A9AE}"/>
              </a:ext>
            </a:extLst>
          </p:cNvPr>
          <p:cNvSpPr>
            <a:spLocks xmlns:a="http://schemas.openxmlformats.org/drawingml/2006/main" noGrp="1"/>
          </p:cNvSpPr>
          <p:nvPr/>
        </p:nvSpPr>
        <p:spPr>
          <a:xfrm xmlns:a="http://schemas.openxmlformats.org/drawingml/2006/main">
            <a:off x="857250" y="2209800"/>
            <a:ext cx="704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3F7298"/>
                </a:solidFill>
                <a:latin typeface="Georgia"/>
                <a:ea typeface="Georgia"/>
                <a:cs typeface="Georgia"/>
              </a:defRPr>
            </a:defPPr>
          </a:lstStyle>
          <a:p xmlns:a="http://schemas.openxmlformats.org/drawingml/2006/main">
            <a:pPr algn="l">
              <a:lnSpc>
                <a:spcPct val="105000"/>
              </a:lnSpc>
              <a:buNone/>
              <a:defRPr sz="2850" b="1">
                <a:solidFill>
                  <a:srgbClr val="3F7298"/>
                </a:solidFill>
                <a:latin typeface="Georgia"/>
                <a:ea typeface="Georgia"/>
                <a:cs typeface="Georgia"/>
              </a:defRPr>
            </a:pPr>
            <a:r>
              <a:rPr sz="2850" b="1">
                <a:solidFill>
                  <a:srgbClr val="3F7298"/>
                </a:solidFill>
                <a:latin typeface="Georgia"/>
                <a:ea typeface="Georgia"/>
                <a:cs typeface="Georgia"/>
              </a:rPr>
              <a:t>32</a:t>
            </a:r>
          </a:p>
        </p:txBody>
      </p:sp>
      <p:sp>
        <p:nvSpPr>
          <p:cNvPr id="8" name="">
            <a:extLst xmlns:a="http://schemas.openxmlformats.org/drawingml/2006/main">
              <a:ext uri="{FF2B5EF4-FFF2-40B4-BE49-F238E27FC236}">
                <a16:creationId xmlns:a16="http://schemas.microsoft.com/office/drawing/2014/main" id="{792466F0-1A7B-4BBC-8377-41D63BDFB189}"/>
              </a:ext>
            </a:extLst>
          </p:cNvPr>
          <p:cNvSpPr>
            <a:spLocks xmlns:a="http://schemas.openxmlformats.org/drawingml/2006/main" noGrp="1"/>
          </p:cNvSpPr>
          <p:nvPr/>
        </p:nvSpPr>
        <p:spPr>
          <a:xfrm xmlns:a="http://schemas.openxmlformats.org/drawingml/2006/main">
            <a:off x="1638300" y="2266950"/>
            <a:ext cx="2057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2D4052"/>
                </a:solidFill>
                <a:latin typeface="Arial"/>
                <a:ea typeface="Arial"/>
                <a:cs typeface="Arial"/>
              </a:defRPr>
            </a:defPPr>
          </a:lstStyle>
          <a:p xmlns:a="http://schemas.openxmlformats.org/drawingml/2006/main">
            <a:pPr algn="l">
              <a:lnSpc>
                <a:spcPct val="105000"/>
              </a:lnSpc>
              <a:buNone/>
              <a:defRPr sz="1275" b="1">
                <a:solidFill>
                  <a:srgbClr val="2D4052"/>
                </a:solidFill>
                <a:latin typeface="Arial"/>
                <a:ea typeface="Arial"/>
                <a:cs typeface="Arial"/>
              </a:defRPr>
            </a:pPr>
            <a:r>
              <a:rPr sz="1275" b="1">
                <a:solidFill>
                  <a:srgbClr val="2D4052"/>
                </a:solidFill>
                <a:latin typeface="Arial"/>
                <a:ea typeface="Arial"/>
                <a:cs typeface="Arial"/>
              </a:rPr>
              <a:t>LogLens tests passed</a:t>
            </a:r>
          </a:p>
        </p:txBody>
      </p:sp>
      <p:sp>
        <p:nvSpPr>
          <p:cNvPr id="9" name="card">
            <a:extLst xmlns:a="http://schemas.openxmlformats.org/drawingml/2006/main">
              <a:ext uri="{FF2B5EF4-FFF2-40B4-BE49-F238E27FC236}">
                <a16:creationId xmlns:a16="http://schemas.microsoft.com/office/drawing/2014/main" id="{40CD29D8-99AA-4110-A82C-D26EBBCAC21F}"/>
              </a:ext>
            </a:extLst>
          </p:cNvPr>
          <p:cNvSpPr>
            <a:spLocks xmlns:a="http://schemas.openxmlformats.org/drawingml/2006/main" noGrp="1"/>
          </p:cNvSpPr>
          <p:nvPr/>
        </p:nvSpPr>
        <p:spPr>
          <a:xfrm xmlns:a="http://schemas.openxmlformats.org/drawingml/2006/main">
            <a:off x="4191000" y="2076450"/>
            <a:ext cx="32385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5E2ED"/>
            </a:solidFill>
            <a:prstDash val="solid"/>
          </a:ln>
        </p:spPr>
      </p:sp>
      <p:sp>
        <p:nvSpPr>
          <p:cNvPr id="10" name="">
            <a:extLst xmlns:a="http://schemas.openxmlformats.org/drawingml/2006/main">
              <a:ext uri="{FF2B5EF4-FFF2-40B4-BE49-F238E27FC236}">
                <a16:creationId xmlns:a16="http://schemas.microsoft.com/office/drawing/2014/main" id="{235C6574-025C-4396-B22C-630D63DBFC6F}"/>
              </a:ext>
            </a:extLst>
          </p:cNvPr>
          <p:cNvSpPr>
            <a:spLocks xmlns:a="http://schemas.openxmlformats.org/drawingml/2006/main" noGrp="1"/>
          </p:cNvSpPr>
          <p:nvPr/>
        </p:nvSpPr>
        <p:spPr>
          <a:xfrm xmlns:a="http://schemas.openxmlformats.org/drawingml/2006/main">
            <a:off x="4381500" y="2209800"/>
            <a:ext cx="704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3F7298"/>
                </a:solidFill>
                <a:latin typeface="Georgia"/>
                <a:ea typeface="Georgia"/>
                <a:cs typeface="Georgia"/>
              </a:defRPr>
            </a:defPPr>
          </a:lstStyle>
          <a:p xmlns:a="http://schemas.openxmlformats.org/drawingml/2006/main">
            <a:pPr algn="l">
              <a:lnSpc>
                <a:spcPct val="105000"/>
              </a:lnSpc>
              <a:buNone/>
              <a:defRPr sz="2850" b="1">
                <a:solidFill>
                  <a:srgbClr val="3F7298"/>
                </a:solidFill>
                <a:latin typeface="Georgia"/>
                <a:ea typeface="Georgia"/>
                <a:cs typeface="Georgia"/>
              </a:defRPr>
            </a:pPr>
            <a:r>
              <a:rPr sz="2850" b="1">
                <a:solidFill>
                  <a:srgbClr val="3F7298"/>
                </a:solidFill>
                <a:latin typeface="Georgia"/>
                <a:ea typeface="Georgia"/>
                <a:cs typeface="Georgia"/>
              </a:rPr>
              <a:t>3</a:t>
            </a:r>
          </a:p>
        </p:txBody>
      </p:sp>
      <p:sp>
        <p:nvSpPr>
          <p:cNvPr id="11" name="">
            <a:extLst xmlns:a="http://schemas.openxmlformats.org/drawingml/2006/main">
              <a:ext uri="{FF2B5EF4-FFF2-40B4-BE49-F238E27FC236}">
                <a16:creationId xmlns:a16="http://schemas.microsoft.com/office/drawing/2014/main" id="{63639E7E-F1B9-48F2-8F2C-2573F198128C}"/>
              </a:ext>
            </a:extLst>
          </p:cNvPr>
          <p:cNvSpPr>
            <a:spLocks xmlns:a="http://schemas.openxmlformats.org/drawingml/2006/main" noGrp="1"/>
          </p:cNvSpPr>
          <p:nvPr/>
        </p:nvSpPr>
        <p:spPr>
          <a:xfrm xmlns:a="http://schemas.openxmlformats.org/drawingml/2006/main">
            <a:off x="5162550" y="2266950"/>
            <a:ext cx="2057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2D4052"/>
                </a:solidFill>
                <a:latin typeface="Arial"/>
                <a:ea typeface="Arial"/>
                <a:cs typeface="Arial"/>
              </a:defRPr>
            </a:defPPr>
          </a:lstStyle>
          <a:p xmlns:a="http://schemas.openxmlformats.org/drawingml/2006/main">
            <a:pPr algn="l">
              <a:lnSpc>
                <a:spcPct val="105000"/>
              </a:lnSpc>
              <a:buNone/>
              <a:defRPr sz="1275" b="1">
                <a:solidFill>
                  <a:srgbClr val="2D4052"/>
                </a:solidFill>
                <a:latin typeface="Arial"/>
                <a:ea typeface="Arial"/>
                <a:cs typeface="Arial"/>
              </a:defRPr>
            </a:pPr>
            <a:r>
              <a:rPr sz="1275" b="1">
                <a:solidFill>
                  <a:srgbClr val="2D4052"/>
                </a:solidFill>
                <a:latin typeface="Arial"/>
                <a:ea typeface="Arial"/>
                <a:cs typeface="Arial"/>
              </a:rPr>
              <a:t>local API health checks</a:t>
            </a:r>
          </a:p>
        </p:txBody>
      </p:sp>
      <p:sp>
        <p:nvSpPr>
          <p:cNvPr id="12" name="card">
            <a:extLst xmlns:a="http://schemas.openxmlformats.org/drawingml/2006/main">
              <a:ext uri="{FF2B5EF4-FFF2-40B4-BE49-F238E27FC236}">
                <a16:creationId xmlns:a16="http://schemas.microsoft.com/office/drawing/2014/main" id="{8F414033-3D15-45A0-B738-5B60D7F5086B}"/>
              </a:ext>
            </a:extLst>
          </p:cNvPr>
          <p:cNvSpPr>
            <a:spLocks xmlns:a="http://schemas.openxmlformats.org/drawingml/2006/main" noGrp="1"/>
          </p:cNvSpPr>
          <p:nvPr/>
        </p:nvSpPr>
        <p:spPr>
          <a:xfrm xmlns:a="http://schemas.openxmlformats.org/drawingml/2006/main">
            <a:off x="7715250" y="2076450"/>
            <a:ext cx="32385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5E2ED"/>
            </a:solidFill>
            <a:prstDash val="solid"/>
          </a:ln>
        </p:spPr>
      </p:sp>
      <p:sp>
        <p:nvSpPr>
          <p:cNvPr id="13" name="">
            <a:extLst xmlns:a="http://schemas.openxmlformats.org/drawingml/2006/main">
              <a:ext uri="{FF2B5EF4-FFF2-40B4-BE49-F238E27FC236}">
                <a16:creationId xmlns:a16="http://schemas.microsoft.com/office/drawing/2014/main" id="{AAAAA7C5-ECF6-477F-AFB7-6AE76EAD5507}"/>
              </a:ext>
            </a:extLst>
          </p:cNvPr>
          <p:cNvSpPr>
            <a:spLocks xmlns:a="http://schemas.openxmlformats.org/drawingml/2006/main" noGrp="1"/>
          </p:cNvSpPr>
          <p:nvPr/>
        </p:nvSpPr>
        <p:spPr>
          <a:xfrm xmlns:a="http://schemas.openxmlformats.org/drawingml/2006/main">
            <a:off x="7905750" y="2209800"/>
            <a:ext cx="704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3F7298"/>
                </a:solidFill>
                <a:latin typeface="Georgia"/>
                <a:ea typeface="Georgia"/>
                <a:cs typeface="Georgia"/>
              </a:defRPr>
            </a:defPPr>
          </a:lstStyle>
          <a:p xmlns:a="http://schemas.openxmlformats.org/drawingml/2006/main">
            <a:pPr algn="l">
              <a:lnSpc>
                <a:spcPct val="105000"/>
              </a:lnSpc>
              <a:buNone/>
              <a:defRPr sz="2850" b="1">
                <a:solidFill>
                  <a:srgbClr val="3F7298"/>
                </a:solidFill>
                <a:latin typeface="Georgia"/>
                <a:ea typeface="Georgia"/>
                <a:cs typeface="Georgia"/>
              </a:defRPr>
            </a:pPr>
            <a:r>
              <a:rPr sz="2850" b="1">
                <a:solidFill>
                  <a:srgbClr val="3F7298"/>
                </a:solidFill>
                <a:latin typeface="Georgia"/>
                <a:ea typeface="Georgia"/>
                <a:cs typeface="Georgia"/>
              </a:rPr>
              <a:t>2</a:t>
            </a:r>
          </a:p>
        </p:txBody>
      </p:sp>
      <p:sp>
        <p:nvSpPr>
          <p:cNvPr id="14" name="">
            <a:extLst xmlns:a="http://schemas.openxmlformats.org/drawingml/2006/main">
              <a:ext uri="{FF2B5EF4-FFF2-40B4-BE49-F238E27FC236}">
                <a16:creationId xmlns:a16="http://schemas.microsoft.com/office/drawing/2014/main" id="{838C1529-599B-4C09-AA82-D18B8F6A770E}"/>
              </a:ext>
            </a:extLst>
          </p:cNvPr>
          <p:cNvSpPr>
            <a:spLocks xmlns:a="http://schemas.openxmlformats.org/drawingml/2006/main" noGrp="1"/>
          </p:cNvSpPr>
          <p:nvPr/>
        </p:nvSpPr>
        <p:spPr>
          <a:xfrm xmlns:a="http://schemas.openxmlformats.org/drawingml/2006/main">
            <a:off x="8686800" y="2266950"/>
            <a:ext cx="2057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2D4052"/>
                </a:solidFill>
                <a:latin typeface="Arial"/>
                <a:ea typeface="Arial"/>
                <a:cs typeface="Arial"/>
              </a:defRPr>
            </a:defPPr>
          </a:lstStyle>
          <a:p xmlns:a="http://schemas.openxmlformats.org/drawingml/2006/main">
            <a:pPr algn="l">
              <a:lnSpc>
                <a:spcPct val="105000"/>
              </a:lnSpc>
              <a:buNone/>
              <a:defRPr sz="1275" b="1">
                <a:solidFill>
                  <a:srgbClr val="2D4052"/>
                </a:solidFill>
                <a:latin typeface="Arial"/>
                <a:ea typeface="Arial"/>
                <a:cs typeface="Arial"/>
              </a:defRPr>
            </a:pPr>
            <a:r>
              <a:rPr sz="1275" b="1">
                <a:solidFill>
                  <a:srgbClr val="2D4052"/>
                </a:solidFill>
                <a:latin typeface="Arial"/>
                <a:ea typeface="Arial"/>
                <a:cs typeface="Arial"/>
              </a:rPr>
              <a:t>Hosted + Premise flows exercised</a:t>
            </a:r>
          </a:p>
        </p:txBody>
      </p:sp>
      <p:sp>
        <p:nvSpPr>
          <p:cNvPr id="15" name="">
            <a:extLst xmlns:a="http://schemas.openxmlformats.org/drawingml/2006/main">
              <a:ext uri="{FF2B5EF4-FFF2-40B4-BE49-F238E27FC236}">
                <a16:creationId xmlns:a16="http://schemas.microsoft.com/office/drawing/2014/main" id="{BBBEFA0D-FCB0-422B-96A8-556476AAE34A}"/>
              </a:ext>
            </a:extLst>
          </p:cNvPr>
          <p:cNvSpPr>
            <a:spLocks xmlns:a="http://schemas.openxmlformats.org/drawingml/2006/main" noGrp="1"/>
          </p:cNvSpPr>
          <p:nvPr/>
        </p:nvSpPr>
        <p:spPr>
          <a:xfrm xmlns:a="http://schemas.openxmlformats.org/drawingml/2006/main">
            <a:off x="666750" y="37338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29445C"/>
                </a:solidFill>
                <a:latin typeface="Arial"/>
                <a:ea typeface="Arial"/>
                <a:cs typeface="Arial"/>
              </a:defRPr>
            </a:defPPr>
          </a:lstStyle>
          <a:p xmlns:a="http://schemas.openxmlformats.org/drawingml/2006/main">
            <a:pPr algn="l">
              <a:lnSpc>
                <a:spcPct val="105000"/>
              </a:lnSpc>
              <a:buNone/>
              <a:defRPr sz="1575" b="1">
                <a:solidFill>
                  <a:srgbClr val="29445C"/>
                </a:solidFill>
                <a:latin typeface="Arial"/>
                <a:ea typeface="Arial"/>
                <a:cs typeface="Arial"/>
              </a:defRPr>
            </a:pPr>
            <a:r>
              <a:rPr sz="1575" b="1">
                <a:solidFill>
                  <a:srgbClr val="29445C"/>
                </a:solidFill>
                <a:latin typeface="Arial"/>
                <a:ea typeface="Arial"/>
                <a:cs typeface="Arial"/>
              </a:rPr>
              <a:t>Next engineering work</a:t>
            </a:r>
          </a:p>
        </p:txBody>
      </p:sp>
      <p:sp>
        <p:nvSpPr>
          <p:cNvPr id="16" name="">
            <a:extLst xmlns:a="http://schemas.openxmlformats.org/drawingml/2006/main">
              <a:ext uri="{FF2B5EF4-FFF2-40B4-BE49-F238E27FC236}">
                <a16:creationId xmlns:a16="http://schemas.microsoft.com/office/drawing/2014/main" id="{0FC320E1-787F-4C78-BAF5-D0EE4F47F8F6}"/>
              </a:ext>
            </a:extLst>
          </p:cNvPr>
          <p:cNvSpPr>
            <a:spLocks xmlns:a="http://schemas.openxmlformats.org/drawingml/2006/main" noGrp="1"/>
          </p:cNvSpPr>
          <p:nvPr/>
        </p:nvSpPr>
        <p:spPr>
          <a:xfrm xmlns:a="http://schemas.openxmlformats.org/drawingml/2006/main">
            <a:off x="704850" y="4286250"/>
            <a:ext cx="114300" cy="114300"/>
          </a:xfrm>
          <a:prstGeom xmlns:a="http://schemas.openxmlformats.org/drawingml/2006/main" prst="ellipse">
            <a:avLst/>
          </a:prstGeom>
          <a:solidFill xmlns:a="http://schemas.openxmlformats.org/drawingml/2006/main">
            <a:srgbClr val="83B3D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8B948DF-6A71-4881-954A-71F5573679BC}"/>
              </a:ext>
            </a:extLst>
          </p:cNvPr>
          <p:cNvSpPr>
            <a:spLocks xmlns:a="http://schemas.openxmlformats.org/drawingml/2006/main" noGrp="1"/>
          </p:cNvSpPr>
          <p:nvPr/>
        </p:nvSpPr>
        <p:spPr>
          <a:xfrm xmlns:a="http://schemas.openxmlformats.org/drawingml/2006/main">
            <a:off x="971550" y="4200525"/>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2D4052"/>
                </a:solidFill>
                <a:latin typeface="Arial"/>
                <a:ea typeface="Arial"/>
                <a:cs typeface="Arial"/>
              </a:defRPr>
            </a:defPPr>
          </a:lstStyle>
          <a:p xmlns:a="http://schemas.openxmlformats.org/drawingml/2006/main">
            <a:pPr algn="l">
              <a:lnSpc>
                <a:spcPct val="105000"/>
              </a:lnSpc>
              <a:buNone/>
              <a:defRPr sz="1275" b="0">
                <a:solidFill>
                  <a:srgbClr val="2D4052"/>
                </a:solidFill>
                <a:latin typeface="Arial"/>
                <a:ea typeface="Arial"/>
                <a:cs typeface="Arial"/>
              </a:defRPr>
            </a:pPr>
            <a:r>
              <a:rPr sz="1275" b="0">
                <a:solidFill>
                  <a:srgbClr val="2D4052"/>
                </a:solidFill>
                <a:latin typeface="Arial"/>
                <a:ea typeface="Arial"/>
                <a:cs typeface="Arial"/>
              </a:rPr>
              <a:t>Real Jenkins queue + artifact retrieval</a:t>
            </a:r>
          </a:p>
        </p:txBody>
      </p:sp>
      <p:sp>
        <p:nvSpPr>
          <p:cNvPr id="18" name="">
            <a:extLst xmlns:a="http://schemas.openxmlformats.org/drawingml/2006/main">
              <a:ext uri="{FF2B5EF4-FFF2-40B4-BE49-F238E27FC236}">
                <a16:creationId xmlns:a16="http://schemas.microsoft.com/office/drawing/2014/main" id="{D1A9AA2A-C9D3-4022-AA5F-5BD360BE5146}"/>
              </a:ext>
            </a:extLst>
          </p:cNvPr>
          <p:cNvSpPr>
            <a:spLocks xmlns:a="http://schemas.openxmlformats.org/drawingml/2006/main" noGrp="1"/>
          </p:cNvSpPr>
          <p:nvPr/>
        </p:nvSpPr>
        <p:spPr>
          <a:xfrm xmlns:a="http://schemas.openxmlformats.org/drawingml/2006/main">
            <a:off x="704850" y="4686300"/>
            <a:ext cx="114300" cy="114300"/>
          </a:xfrm>
          <a:prstGeom xmlns:a="http://schemas.openxmlformats.org/drawingml/2006/main" prst="ellipse">
            <a:avLst/>
          </a:prstGeom>
          <a:solidFill xmlns:a="http://schemas.openxmlformats.org/drawingml/2006/main">
            <a:srgbClr val="83B3D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2C42607-8BD7-43B6-AB6A-B5CD4D2A68F4}"/>
              </a:ext>
            </a:extLst>
          </p:cNvPr>
          <p:cNvSpPr>
            <a:spLocks xmlns:a="http://schemas.openxmlformats.org/drawingml/2006/main" noGrp="1"/>
          </p:cNvSpPr>
          <p:nvPr/>
        </p:nvSpPr>
        <p:spPr>
          <a:xfrm xmlns:a="http://schemas.openxmlformats.org/drawingml/2006/main">
            <a:off x="971550" y="4600575"/>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2D4052"/>
                </a:solidFill>
                <a:latin typeface="Arial"/>
                <a:ea typeface="Arial"/>
                <a:cs typeface="Arial"/>
              </a:defRPr>
            </a:defPPr>
          </a:lstStyle>
          <a:p xmlns:a="http://schemas.openxmlformats.org/drawingml/2006/main">
            <a:pPr algn="l">
              <a:lnSpc>
                <a:spcPct val="105000"/>
              </a:lnSpc>
              <a:buNone/>
              <a:defRPr sz="1275" b="0">
                <a:solidFill>
                  <a:srgbClr val="2D4052"/>
                </a:solidFill>
                <a:latin typeface="Arial"/>
                <a:ea typeface="Arial"/>
                <a:cs typeface="Arial"/>
              </a:defRPr>
            </a:pPr>
            <a:r>
              <a:rPr sz="1275" b="0">
                <a:solidFill>
                  <a:srgbClr val="2D4052"/>
                </a:solidFill>
                <a:latin typeface="Arial"/>
                <a:ea typeface="Arial"/>
                <a:cs typeface="Arial"/>
              </a:rPr>
              <a:t>Authentication, authorization, and redaction</a:t>
            </a:r>
          </a:p>
        </p:txBody>
      </p:sp>
      <p:sp>
        <p:nvSpPr>
          <p:cNvPr id="20" name="">
            <a:extLst xmlns:a="http://schemas.openxmlformats.org/drawingml/2006/main">
              <a:ext uri="{FF2B5EF4-FFF2-40B4-BE49-F238E27FC236}">
                <a16:creationId xmlns:a16="http://schemas.microsoft.com/office/drawing/2014/main" id="{9F46EF86-77A2-42D4-AC3D-B0428FF7D54C}"/>
              </a:ext>
            </a:extLst>
          </p:cNvPr>
          <p:cNvSpPr>
            <a:spLocks xmlns:a="http://schemas.openxmlformats.org/drawingml/2006/main" noGrp="1"/>
          </p:cNvSpPr>
          <p:nvPr/>
        </p:nvSpPr>
        <p:spPr>
          <a:xfrm xmlns:a="http://schemas.openxmlformats.org/drawingml/2006/main">
            <a:off x="704850" y="5086350"/>
            <a:ext cx="114300" cy="114300"/>
          </a:xfrm>
          <a:prstGeom xmlns:a="http://schemas.openxmlformats.org/drawingml/2006/main" prst="ellipse">
            <a:avLst/>
          </a:prstGeom>
          <a:solidFill xmlns:a="http://schemas.openxmlformats.org/drawingml/2006/main">
            <a:srgbClr val="83B3D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0BAC80E-75A6-4A42-A1C5-633BA26392F4}"/>
              </a:ext>
            </a:extLst>
          </p:cNvPr>
          <p:cNvSpPr>
            <a:spLocks xmlns:a="http://schemas.openxmlformats.org/drawingml/2006/main" noGrp="1"/>
          </p:cNvSpPr>
          <p:nvPr/>
        </p:nvSpPr>
        <p:spPr>
          <a:xfrm xmlns:a="http://schemas.openxmlformats.org/drawingml/2006/main">
            <a:off x="971550" y="5000625"/>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2D4052"/>
                </a:solidFill>
                <a:latin typeface="Arial"/>
                <a:ea typeface="Arial"/>
                <a:cs typeface="Arial"/>
              </a:defRPr>
            </a:defPPr>
          </a:lstStyle>
          <a:p xmlns:a="http://schemas.openxmlformats.org/drawingml/2006/main">
            <a:pPr algn="l">
              <a:lnSpc>
                <a:spcPct val="105000"/>
              </a:lnSpc>
              <a:buNone/>
              <a:defRPr sz="1275" b="0">
                <a:solidFill>
                  <a:srgbClr val="2D4052"/>
                </a:solidFill>
                <a:latin typeface="Arial"/>
                <a:ea typeface="Arial"/>
                <a:cs typeface="Arial"/>
              </a:defRPr>
            </a:pPr>
            <a:r>
              <a:rPr sz="1275" b="0">
                <a:solidFill>
                  <a:srgbClr val="2D4052"/>
                </a:solidFill>
                <a:latin typeface="Arial"/>
                <a:ea typeface="Arial"/>
                <a:cs typeface="Arial"/>
              </a:rPr>
              <a:t>Time / correlation filtering; simulator + AWS tests</a:t>
            </a:r>
          </a:p>
        </p:txBody>
      </p:sp>
      <p:sp>
        <p:nvSpPr>
          <p:cNvPr id="22" name="">
            <a:extLst xmlns:a="http://schemas.openxmlformats.org/drawingml/2006/main">
              <a:ext uri="{FF2B5EF4-FFF2-40B4-BE49-F238E27FC236}">
                <a16:creationId xmlns:a16="http://schemas.microsoft.com/office/drawing/2014/main" id="{2234B377-7675-48B7-84E1-7A1A7D610951}"/>
              </a:ext>
            </a:extLst>
          </p:cNvPr>
          <p:cNvSpPr>
            <a:spLocks xmlns:a="http://schemas.openxmlformats.org/drawingml/2006/main" noGrp="1"/>
          </p:cNvSpPr>
          <p:nvPr/>
        </p:nvSpPr>
        <p:spPr>
          <a:xfrm xmlns:a="http://schemas.openxmlformats.org/drawingml/2006/main">
            <a:off x="666750" y="5715000"/>
            <a:ext cx="10858500" cy="9525"/>
          </a:xfrm>
          <a:prstGeom xmlns:a="http://schemas.openxmlformats.org/drawingml/2006/main" prst="rect">
            <a:avLst/>
          </a:prstGeom>
          <a:solidFill xmlns:a="http://schemas.openxmlformats.org/drawingml/2006/main">
            <a:srgbClr val="D5E2E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7F883F2-A2C7-40B5-B736-6B0C05D50266}"/>
              </a:ext>
            </a:extLst>
          </p:cNvPr>
          <p:cNvSpPr>
            <a:spLocks xmlns:a="http://schemas.openxmlformats.org/drawingml/2006/main" noGrp="1"/>
          </p:cNvSpPr>
          <p:nvPr/>
        </p:nvSpPr>
        <p:spPr>
          <a:xfrm xmlns:a="http://schemas.openxmlformats.org/drawingml/2006/main">
            <a:off x="666750" y="5905500"/>
            <a:ext cx="1085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29445C"/>
                </a:solidFill>
                <a:latin typeface="Arial"/>
                <a:ea typeface="Arial"/>
                <a:cs typeface="Arial"/>
              </a:defRPr>
            </a:defPPr>
          </a:lstStyle>
          <a:p xmlns:a="http://schemas.openxmlformats.org/drawingml/2006/main">
            <a:pPr algn="l">
              <a:lnSpc>
                <a:spcPct val="105000"/>
              </a:lnSpc>
              <a:buNone/>
              <a:defRPr sz="1650" b="1">
                <a:solidFill>
                  <a:srgbClr val="29445C"/>
                </a:solidFill>
                <a:latin typeface="Arial"/>
                <a:ea typeface="Arial"/>
                <a:cs typeface="Arial"/>
              </a:defRPr>
            </a:pPr>
            <a:r>
              <a:rPr sz="1650" b="1">
                <a:solidFill>
                  <a:srgbClr val="29445C"/>
                </a:solidFill>
                <a:latin typeface="Arial"/>
                <a:ea typeface="Arial"/>
                <a:cs typeface="Arial"/>
              </a:rPr>
              <a:t>Prototype value: make the evidence path visible.</a:t>
            </a:r>
          </a:p>
        </p:txBody>
      </p:sp>
    </p:spTree>
    <p:extLst>
      <p:ext uri="{BB962C8B-B14F-4D97-AF65-F5344CB8AC3E}">
        <p14:creationId xmlns:p14="http://schemas.microsoft.com/office/powerpoint/2010/main" val="15726768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2026-10-10T14:26:51.3530000Z</dcterms:created>
  <dcterms:modified xsi:type="dcterms:W3CDTF">2026-10-10T14:26:51.3540000Z</dcterms:modified>
</coreProperties>
</file>